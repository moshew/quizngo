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86F95-DBCE-33E7-3DFC-CDB2F7FEE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4A6DBA-CD4B-3FCB-54ED-0A0CAA14B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4D53A-7210-456B-BA12-A965BF76A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F5B3-6CF8-41D3-90D0-4FB8EFF8015F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FD7FF-4985-C151-D405-5F414B72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72DBA-3BA2-03D3-FF83-D83A6328E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D2918-66B2-480C-A761-CAA26ECAD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033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8F250-0740-8F68-D350-675C4106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266DC-1913-9AA7-6ADF-3BDADCF4E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DB57E-6E17-06DF-0B56-8E575850F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F5B3-6CF8-41D3-90D0-4FB8EFF8015F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BF9B3-B9D9-DC01-EE6E-A213351C1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9D8E8-FAEC-CBB4-6265-7EB31A0F9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D2918-66B2-480C-A761-CAA26ECAD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5808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6F9C7-9318-1308-9881-F169EAD66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B7551-5BE7-BA8F-CE37-614D9448C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94925-71D9-376D-E2D2-51A3158E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F5B3-6CF8-41D3-90D0-4FB8EFF8015F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A5018-1201-AAED-5097-F35132A6B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A9DA1-AE41-DBC8-797B-9DB50174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D2918-66B2-480C-A761-CAA26ECAD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02968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4525E-1436-10D8-9979-4AD4963A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5D746-6BED-2772-3D43-41078A7FE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B8635-89F3-F1E7-0DD9-420982199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BFE22-6986-81EB-5364-E8B87CDE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F5B3-6CF8-41D3-90D0-4FB8EFF8015F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161E9-C1E9-112F-E4D2-7E04BBEC5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A7D45-4571-B677-076E-5F706775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D2918-66B2-480C-A761-CAA26ECAD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85889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52839-EEAD-25E1-90CF-57772BE0B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7F6D3-4D65-A557-2E85-35DEAAD20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D6128-F954-F30B-A061-21E8EFDFC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282F2-497C-BC6C-C4C9-168EA08A8E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BF1E6-92D0-8FBF-32C5-0AF44216AC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292FE1-F695-099E-8032-953C975FF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F5B3-6CF8-41D3-90D0-4FB8EFF8015F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D46A4A-4952-1146-AFAC-1578F1F17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7AA991-EA84-1D5E-055C-93D1E8B5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D2918-66B2-480C-A761-CAA26ECAD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08180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1B76A-5F2B-ED6D-B321-215AB5D55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DFEA7D-2673-EB98-1115-47033145C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F5B3-6CF8-41D3-90D0-4FB8EFF8015F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5B17C-D464-7B69-3B1E-7954411CD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53A9E0-0372-8EF6-A9DB-FB0C2ED19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D2918-66B2-480C-A761-CAA26ECAD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874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DEF03F-0EC2-57D4-CAA1-EFF15760A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F5B3-6CF8-41D3-90D0-4FB8EFF8015F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AC7217-B3A6-281B-4617-94D7034C9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ABCCF-387F-E3A5-45A4-84C3A4D12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D2918-66B2-480C-A761-CAA26ECAD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59522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FB07A-277F-7B89-C592-DC4E653F9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D1B5B-A9A8-39D6-3413-67C39EE99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0A0443-5143-692F-E338-2ABB925C67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925C7-CF3B-DED1-4B05-66BFA0D7C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F5B3-6CF8-41D3-90D0-4FB8EFF8015F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EDD53-DF4E-9199-69D5-2B5145CF3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1AD1D-1B55-02AF-026E-0010827B9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D2918-66B2-480C-A761-CAA26ECAD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81118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CF5F-79A7-32E2-0F5D-30FF01CE0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13BC1C-440C-1D73-64EE-147EECD191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1E61A9-7E39-7A2F-6EF4-B812577ED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D01AD-BCF6-5503-FF45-BDAFDD740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F5B3-6CF8-41D3-90D0-4FB8EFF8015F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D785C-E2CE-553B-B4E3-0B977C71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AB90C-3F23-3B79-6197-90658830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D2918-66B2-480C-A761-CAA26ECAD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96427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64ECA-4DE2-5D89-B49E-3BBBF3408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AE01BE-141F-D714-DDB1-65C1CFD15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FD776-8BD6-EFDC-45ED-ACA609AD5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F5B3-6CF8-41D3-90D0-4FB8EFF8015F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D96D5-C84D-B965-6894-BCFA6182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34E6B-DADF-486E-A6BD-9DD351374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D2918-66B2-480C-A761-CAA26ECAD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6102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D3DB62-9BE5-55A3-982B-4305454279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A4592B-6E91-B84D-D8CB-6BF86AEDF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CABCE-7C98-F219-4E8B-BAC24B0F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8F5B3-6CF8-41D3-90D0-4FB8EFF8015F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84098-2590-6D6B-0314-87D1C3C4A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646A3-C891-A792-3991-A23D4D8F5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D2918-66B2-480C-A761-CAA26ECAD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03903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05911-D93A-0259-0D8E-8A66A10C3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3849B-054C-226C-80C8-FC60B52F4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59454-488A-63BF-7EFA-41B3CED53E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B8F5B3-6CF8-41D3-90D0-4FB8EFF8015F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AA3DD-880D-3004-3A78-E12EF2E30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62F73-295D-A68A-0E1B-0D7768F97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9D2918-66B2-480C-A761-CAA26ECAD1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103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79E7D-4F96-E3B5-C24D-24BB2F4B66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672D5A-4E9C-372E-FBCA-4BA82FE098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04388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Moshe Shmuel Waisman</dc:creator>
  <cp:lastModifiedBy>Moshe Shmuel Waisman</cp:lastModifiedBy>
  <cp:revision>1</cp:revision>
  <dcterms:created xsi:type="dcterms:W3CDTF">2026-02-20T09:05:41Z</dcterms:created>
  <dcterms:modified xsi:type="dcterms:W3CDTF">2026-02-20T09:06:25Z</dcterms:modified>
</cp:coreProperties>
</file>