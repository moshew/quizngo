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06" r:id="rId2"/>
    <p:sldId id="311" r:id="rId3"/>
    <p:sldId id="310" r:id="rId4"/>
    <p:sldId id="276" r:id="rId5"/>
    <p:sldId id="312" r:id="rId6"/>
    <p:sldId id="309" r:id="rId7"/>
    <p:sldId id="281" r:id="rId8"/>
    <p:sldId id="282" r:id="rId9"/>
    <p:sldId id="283" r:id="rId10"/>
    <p:sldId id="284" r:id="rId11"/>
    <p:sldId id="286" r:id="rId12"/>
    <p:sldId id="304" r:id="rId13"/>
    <p:sldId id="305" r:id="rId14"/>
    <p:sldId id="267" r:id="rId15"/>
  </p:sldIdLst>
  <p:sldSz cx="18288000" cy="10287000"/>
  <p:notesSz cx="10287000" cy="18288000"/>
  <p:custDataLst>
    <p:tags r:id="rId1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24BA"/>
    <a:srgbClr val="D927AF"/>
    <a:srgbClr val="8F26E5"/>
    <a:srgbClr val="B6FF3C"/>
    <a:srgbClr val="473F51"/>
    <a:srgbClr val="DC24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46679-B384-4599-BF73-D33D08CB5EE4}" v="28" dt="2026-06-03T04:14:32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54" y="35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792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52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6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33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86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79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983F24-6D85-585A-0C7D-D36599B3C7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65750" y="2062163"/>
            <a:ext cx="7556500" cy="37703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endParaRPr lang="en-US" dirty="0"/>
          </a:p>
          <a:p>
            <a:endParaRPr lang="LID4096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28363B80-2F2E-5FE8-D5E7-EEFDE7B4553B}"/>
              </a:ext>
            </a:extLst>
          </p:cNvPr>
          <p:cNvSpPr/>
          <p:nvPr userDrawn="1"/>
        </p:nvSpPr>
        <p:spPr>
          <a:xfrm>
            <a:off x="8778180" y="-381000"/>
            <a:ext cx="1619250" cy="1619250"/>
          </a:xfrm>
          <a:prstGeom prst="ellipse">
            <a:avLst/>
          </a:prstGeom>
          <a:ln w="2476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6D8095-3DE9-5D84-DDBC-0AC9A89AB68B}"/>
              </a:ext>
            </a:extLst>
          </p:cNvPr>
          <p:cNvGrpSpPr/>
          <p:nvPr userDrawn="1"/>
        </p:nvGrpSpPr>
        <p:grpSpPr>
          <a:xfrm>
            <a:off x="7742486" y="880374"/>
            <a:ext cx="2802880" cy="723900"/>
            <a:chOff x="7742486" y="880374"/>
            <a:chExt cx="2802880" cy="723900"/>
          </a:xfrm>
        </p:grpSpPr>
        <p:sp>
          <p:nvSpPr>
            <p:cNvPr id="4" name="Shape 11">
              <a:extLst>
                <a:ext uri="{FF2B5EF4-FFF2-40B4-BE49-F238E27FC236}">
                  <a16:creationId xmlns:a16="http://schemas.microsoft.com/office/drawing/2014/main" id="{D67A98E3-7A3D-562E-474C-6DD77C02D247}"/>
                </a:ext>
              </a:extLst>
            </p:cNvPr>
            <p:cNvSpPr/>
            <p:nvPr/>
          </p:nvSpPr>
          <p:spPr>
            <a:xfrm>
              <a:off x="7742486" y="880374"/>
              <a:ext cx="2802880" cy="7239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 12">
              <a:extLst>
                <a:ext uri="{FF2B5EF4-FFF2-40B4-BE49-F238E27FC236}">
                  <a16:creationId xmlns:a16="http://schemas.microsoft.com/office/drawing/2014/main" id="{408C70D2-A6F1-3809-6050-649501BF4156}"/>
                </a:ext>
              </a:extLst>
            </p:cNvPr>
            <p:cNvSpPr/>
            <p:nvPr/>
          </p:nvSpPr>
          <p:spPr>
            <a:xfrm>
              <a:off x="7946594" y="1028238"/>
              <a:ext cx="565398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700" b="1" kern="0" spc="144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🎮</a:t>
              </a:r>
              <a:endParaRPr lang="en-US" sz="2700" dirty="0"/>
            </a:p>
          </p:txBody>
        </p:sp>
        <p:sp>
          <p:nvSpPr>
            <p:cNvPr id="6" name="Text 13">
              <a:extLst>
                <a:ext uri="{FF2B5EF4-FFF2-40B4-BE49-F238E27FC236}">
                  <a16:creationId xmlns:a16="http://schemas.microsoft.com/office/drawing/2014/main" id="{6544CDE7-2153-29C3-F7F1-942CE1FB74A8}"/>
                </a:ext>
              </a:extLst>
            </p:cNvPr>
            <p:cNvSpPr/>
            <p:nvPr/>
          </p:nvSpPr>
          <p:spPr>
            <a:xfrm>
              <a:off x="8607242" y="1066338"/>
              <a:ext cx="1685032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400" b="1" kern="0" spc="144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QUIZ</a:t>
              </a:r>
              <a:endParaRPr lang="en-US" sz="2400" dirty="0"/>
            </a:p>
          </p:txBody>
        </p:sp>
      </p:grpSp>
      <p:sp>
        <p:nvSpPr>
          <p:cNvPr id="8" name="Text 14">
            <a:extLst>
              <a:ext uri="{FF2B5EF4-FFF2-40B4-BE49-F238E27FC236}">
                <a16:creationId xmlns:a16="http://schemas.microsoft.com/office/drawing/2014/main" id="{0031D7C4-079C-6A6B-10BC-5D6B38262A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4427022" y="6435301"/>
            <a:ext cx="9433956" cy="1068288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068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7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2DB96D8-43FB-85F9-53F1-A3707F387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8053" y="6391915"/>
            <a:ext cx="9432925" cy="10678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7200" dirty="0"/>
              <a:t>Presentation Title</a:t>
            </a:r>
            <a:endParaRPr lang="LID4096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83D691B-1970-5017-FCFF-63CD959D0F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7023" y="7567578"/>
            <a:ext cx="9433956" cy="6540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or one-line description goes here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9917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185 L 0 0.01436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0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9" presetClass="entr" presetSubtype="0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bby / Jo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4237881" y="533400"/>
            <a:ext cx="7564338" cy="200025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 rot="763655">
            <a:off x="7760739" y="504201"/>
            <a:ext cx="45719" cy="2068761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8131652" y="999672"/>
            <a:ext cx="32102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PIN: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17459" y="1269775"/>
            <a:ext cx="34027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0" b="1" kern="0" spc="252" dirty="0">
                <a:solidFill>
                  <a:srgbClr val="1A0A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moni ML v5 AAA U-Bold" panose="00000900000000000000" pitchFamily="2" charset="-79"/>
                <a:ea typeface="Arial" pitchFamily="34" charset="-122"/>
                <a:cs typeface="Almoni ML v5 AAA U-Bold" panose="00000900000000000000" pitchFamily="2" charset="-79"/>
              </a:rPr>
              <a:t>742-069</a:t>
            </a:r>
            <a:endParaRPr lang="en-US" sz="7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moni ML v5 AAA U-Bold" panose="00000900000000000000" pitchFamily="2" charset="-79"/>
              <a:cs typeface="Almoni ML v5 AAA U-Bold" panose="00000900000000000000" pitchFamily="2" charset="-79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049869" y="533400"/>
            <a:ext cx="2000250" cy="20002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894" y="733425"/>
            <a:ext cx="1600200" cy="1600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941070" y="5114925"/>
            <a:ext cx="6405860" cy="819150"/>
          </a:xfrm>
          <a:prstGeom prst="roundRect">
            <a:avLst>
              <a:gd name="adj" fmla="val 23256"/>
            </a:avLst>
          </a:prstGeom>
          <a:solidFill>
            <a:srgbClr val="1A0A2E">
              <a:alpha val="42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6283970" y="5382763"/>
            <a:ext cx="59933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👾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016651" y="5295900"/>
            <a:ext cx="3881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players…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10956280" y="5286375"/>
            <a:ext cx="1009650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2"/>
          <p:cNvSpPr/>
          <p:nvPr/>
        </p:nvSpPr>
        <p:spPr>
          <a:xfrm>
            <a:off x="11165830" y="5362575"/>
            <a:ext cx="2370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1520190" y="5362575"/>
            <a:ext cx="3123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6803410" y="6258266"/>
            <a:ext cx="2269866" cy="837519"/>
          </a:xfrm>
          <a:prstGeom prst="roundRect">
            <a:avLst>
              <a:gd name="adj" fmla="val 20471"/>
            </a:avLst>
          </a:prstGeom>
          <a:solidFill>
            <a:srgbClr val="FFFFFF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8" name="Shape 25"/>
          <p:cNvSpPr/>
          <p:nvPr/>
        </p:nvSpPr>
        <p:spPr>
          <a:xfrm>
            <a:off x="6984238" y="6420059"/>
            <a:ext cx="513932" cy="513931"/>
          </a:xfrm>
          <a:prstGeom prst="roundRect">
            <a:avLst>
              <a:gd name="adj" fmla="val 22240"/>
            </a:avLst>
          </a:prstGeom>
          <a:solidFill>
            <a:srgbClr val="FF2E93"/>
          </a:solidFill>
          <a:ln w="28575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6"/>
          <p:cNvSpPr/>
          <p:nvPr/>
        </p:nvSpPr>
        <p:spPr>
          <a:xfrm>
            <a:off x="6974713" y="6448634"/>
            <a:ext cx="532982" cy="494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🐸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631412" y="6505715"/>
            <a:ext cx="1261099" cy="38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Frogster</a:t>
            </a:r>
            <a:endParaRPr lang="en-US" sz="2250" dirty="0"/>
          </a:p>
        </p:txBody>
      </p:sp>
      <p:sp>
        <p:nvSpPr>
          <p:cNvPr id="31" name="Shape 28"/>
          <p:cNvSpPr/>
          <p:nvPr/>
        </p:nvSpPr>
        <p:spPr>
          <a:xfrm>
            <a:off x="9136710" y="6184685"/>
            <a:ext cx="2457594" cy="919740"/>
          </a:xfrm>
          <a:prstGeom prst="roundRect">
            <a:avLst>
              <a:gd name="adj" fmla="val 18641"/>
            </a:avLst>
          </a:prstGeom>
          <a:solidFill>
            <a:srgbClr val="FFFFFF">
              <a:alpha val="92000"/>
            </a:srgbClr>
          </a:solidFill>
          <a:ln w="47625">
            <a:solidFill>
              <a:srgbClr val="1A0A2E">
                <a:alpha val="92000"/>
              </a:srgbClr>
            </a:solidFill>
            <a:prstDash val="solid"/>
          </a:ln>
          <a:effectLst>
            <a:outerShdw blurRad="101600" dist="66675" dir="5400000" algn="bl" rotWithShape="0">
              <a:srgbClr val="1A0A2E">
                <a:alpha val="91854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Shape 29"/>
          <p:cNvSpPr/>
          <p:nvPr/>
        </p:nvSpPr>
        <p:spPr>
          <a:xfrm>
            <a:off x="9335290" y="6362362"/>
            <a:ext cx="564386" cy="564386"/>
          </a:xfrm>
          <a:prstGeom prst="roundRect">
            <a:avLst>
              <a:gd name="adj" fmla="val 20252"/>
            </a:avLst>
          </a:prstGeom>
          <a:solidFill>
            <a:srgbClr val="B6FF3C"/>
          </a:solidFill>
          <a:ln w="28575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0"/>
          <p:cNvSpPr/>
          <p:nvPr/>
        </p:nvSpPr>
        <p:spPr>
          <a:xfrm>
            <a:off x="9325765" y="6390937"/>
            <a:ext cx="583436" cy="545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10045998" y="6456426"/>
            <a:ext cx="1342312" cy="414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0A2E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PixelFox</a:t>
            </a:r>
            <a:endParaRPr lang="en-US" sz="2250" dirty="0"/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C5E9484B-38C6-F5E4-580B-B8453D91BDFE}"/>
              </a:ext>
            </a:extLst>
          </p:cNvPr>
          <p:cNvSpPr/>
          <p:nvPr/>
        </p:nvSpPr>
        <p:spPr>
          <a:xfrm>
            <a:off x="4481449" y="994343"/>
            <a:ext cx="3298207" cy="99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205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r>
              <a:rPr lang="en-US" sz="20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game.quizngo.com</a:t>
            </a:r>
          </a:p>
          <a:p>
            <a:pPr>
              <a:lnSpc>
                <a:spcPct val="125000"/>
              </a:lnSpc>
            </a:pPr>
            <a:r>
              <a:rPr lang="en-US" sz="205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scan the QR </a:t>
            </a:r>
            <a:r>
              <a:rPr lang="en-US" sz="20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join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49333" decel="50667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3889E-6 -4.32099E-6 L -8.26389E-5 -0.02685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5">
            <a:extLst>
              <a:ext uri="{FF2B5EF4-FFF2-40B4-BE49-F238E27FC236}">
                <a16:creationId xmlns:a16="http://schemas.microsoft.com/office/drawing/2014/main" id="{2EA36050-0A30-A2C4-24B9-D76A97790A5E}"/>
              </a:ext>
            </a:extLst>
          </p:cNvPr>
          <p:cNvSpPr/>
          <p:nvPr userDrawn="1"/>
        </p:nvSpPr>
        <p:spPr>
          <a:xfrm>
            <a:off x="5865160" y="1313209"/>
            <a:ext cx="6406375" cy="495300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24760"/>
              </a:srgb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300" b="1" kern="0" spc="360" dirty="0">
                <a:solidFill>
                  <a:srgbClr val="FFD4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STARTS IN…</a:t>
            </a:r>
            <a:endParaRPr lang="en-US" sz="2300" b="1" dirty="0"/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A08006D8-B238-FB3D-E0E0-7E9A2A3265D4}"/>
              </a:ext>
            </a:extLst>
          </p:cNvPr>
          <p:cNvSpPr/>
          <p:nvPr userDrawn="1"/>
        </p:nvSpPr>
        <p:spPr>
          <a:xfrm>
            <a:off x="7163970" y="2493699"/>
            <a:ext cx="3989088" cy="3989088"/>
          </a:xfrm>
          <a:prstGeom prst="ellipse">
            <a:avLst/>
          </a:prstGeom>
          <a:solidFill>
            <a:srgbClr val="FFD400"/>
          </a:solidFill>
          <a:ln w="66675">
            <a:solidFill>
              <a:srgbClr val="1A0A2E"/>
            </a:solidFill>
            <a:prstDash val="solid"/>
          </a:ln>
          <a:effectLst>
            <a:outerShdw blurRad="101600" dist="17145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2B2A9F9E-84EB-636E-72CB-3E12F5147B51}"/>
              </a:ext>
            </a:extLst>
          </p:cNvPr>
          <p:cNvSpPr/>
          <p:nvPr userDrawn="1"/>
        </p:nvSpPr>
        <p:spPr>
          <a:xfrm>
            <a:off x="8013013" y="3105576"/>
            <a:ext cx="2289843" cy="276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000" b="1" dirty="0">
                <a:solidFill>
                  <a:srgbClr val="1A0A2E"/>
                </a:solidFill>
                <a:latin typeface="Impact" panose="020B0806030902050204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0" dirty="0">
              <a:latin typeface="Impact" panose="020B0806030902050204" pitchFamily="34" charset="0"/>
            </a:endParaRPr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270CDA16-31AC-A5BC-7E2D-10F51239F655}"/>
              </a:ext>
            </a:extLst>
          </p:cNvPr>
          <p:cNvSpPr/>
          <p:nvPr userDrawn="1"/>
        </p:nvSpPr>
        <p:spPr>
          <a:xfrm>
            <a:off x="3381829" y="9109211"/>
            <a:ext cx="11422742" cy="514350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13771"/>
              </a:srgb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2900" b="1" dirty="0">
                <a:solidFill>
                  <a:srgbClr val="FFFFFF">
                    <a:alpha val="6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your device — </a:t>
            </a:r>
            <a:r>
              <a:rPr lang="en-US" sz="2900" b="1" dirty="0">
                <a:solidFill>
                  <a:srgbClr val="FFD400">
                    <a:alpha val="6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ready to play, compete, and win! 🎮</a:t>
            </a:r>
            <a:endParaRPr lang="en-US" sz="2900" dirty="0"/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77090E00-E28A-DBDE-82A4-84FE1529B0F7}"/>
              </a:ext>
            </a:extLst>
          </p:cNvPr>
          <p:cNvSpPr/>
          <p:nvPr userDrawn="1"/>
        </p:nvSpPr>
        <p:spPr>
          <a:xfrm>
            <a:off x="6793987" y="2140033"/>
            <a:ext cx="4727897" cy="4753224"/>
          </a:xfrm>
          <a:prstGeom prst="donut">
            <a:avLst>
              <a:gd name="adj" fmla="val 3738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952E5688-6619-16EE-9D8A-5A290CD23F2F}"/>
              </a:ext>
            </a:extLst>
          </p:cNvPr>
          <p:cNvSpPr/>
          <p:nvPr userDrawn="1"/>
        </p:nvSpPr>
        <p:spPr>
          <a:xfrm>
            <a:off x="6793987" y="2140032"/>
            <a:ext cx="4727897" cy="4753224"/>
          </a:xfrm>
          <a:prstGeom prst="donut">
            <a:avLst>
              <a:gd name="adj" fmla="val 37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" name="2">
            <a:extLst>
              <a:ext uri="{FF2B5EF4-FFF2-40B4-BE49-F238E27FC236}">
                <a16:creationId xmlns:a16="http://schemas.microsoft.com/office/drawing/2014/main" id="{EF5A8F03-672B-AC97-6999-8E9FE7B7398C}"/>
              </a:ext>
            </a:extLst>
          </p:cNvPr>
          <p:cNvSpPr/>
          <p:nvPr userDrawn="1"/>
        </p:nvSpPr>
        <p:spPr>
          <a:xfrm>
            <a:off x="8013012" y="3051194"/>
            <a:ext cx="2289843" cy="276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000" b="1" dirty="0">
                <a:solidFill>
                  <a:srgbClr val="1A0A2E"/>
                </a:solidFill>
                <a:latin typeface="Impact" panose="020B080603090205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0" dirty="0">
              <a:latin typeface="Impact" panose="020B0806030902050204" pitchFamily="34" charset="0"/>
            </a:endParaRP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D2ECA319-4A90-ACC5-C583-16E83CD942C4}"/>
              </a:ext>
            </a:extLst>
          </p:cNvPr>
          <p:cNvSpPr/>
          <p:nvPr userDrawn="1"/>
        </p:nvSpPr>
        <p:spPr>
          <a:xfrm>
            <a:off x="8013013" y="3051194"/>
            <a:ext cx="2289843" cy="276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000" b="1" dirty="0">
                <a:solidFill>
                  <a:srgbClr val="1A0A2E"/>
                </a:solidFill>
                <a:latin typeface="Impact" panose="020B080603090205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0" dirty="0">
              <a:latin typeface="Impact" panose="020B0806030902050204" pitchFamily="34" charset="0"/>
            </a:endParaRPr>
          </a:p>
        </p:txBody>
      </p:sp>
      <p:sp>
        <p:nvSpPr>
          <p:cNvPr id="11" name="Get Ready">
            <a:extLst>
              <a:ext uri="{FF2B5EF4-FFF2-40B4-BE49-F238E27FC236}">
                <a16:creationId xmlns:a16="http://schemas.microsoft.com/office/drawing/2014/main" id="{ABB15825-5DDC-42EF-269D-74A79AA118F8}"/>
              </a:ext>
            </a:extLst>
          </p:cNvPr>
          <p:cNvSpPr/>
          <p:nvPr userDrawn="1"/>
        </p:nvSpPr>
        <p:spPr>
          <a:xfrm>
            <a:off x="6469272" y="3051194"/>
            <a:ext cx="5278360" cy="276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16000" dirty="0">
                <a:solidFill>
                  <a:srgbClr val="1A0A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Go!</a:t>
            </a:r>
            <a:endParaRPr lang="en-US" sz="1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ED6FB351-1D96-885A-C7B0-7C64FDD793D4}"/>
              </a:ext>
            </a:extLst>
          </p:cNvPr>
          <p:cNvSpPr/>
          <p:nvPr userDrawn="1"/>
        </p:nvSpPr>
        <p:spPr>
          <a:xfrm>
            <a:off x="5771403" y="7039493"/>
            <a:ext cx="6674098" cy="1226790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0682"/>
              </a:srgb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200" b="1" dirty="0">
                <a:solidFill>
                  <a:srgbClr val="FFFFFF">
                    <a:alpha val="94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GET READY!</a:t>
            </a:r>
            <a:endParaRPr 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yellow circle">
            <a:extLst>
              <a:ext uri="{FF2B5EF4-FFF2-40B4-BE49-F238E27FC236}">
                <a16:creationId xmlns:a16="http://schemas.microsoft.com/office/drawing/2014/main" id="{A80151A1-842F-1EA7-C995-EE17EF25BBA0}"/>
              </a:ext>
            </a:extLst>
          </p:cNvPr>
          <p:cNvSpPr>
            <a:spLocks/>
          </p:cNvSpPr>
          <p:nvPr userDrawn="1"/>
        </p:nvSpPr>
        <p:spPr>
          <a:xfrm>
            <a:off x="7380518" y="2551140"/>
            <a:ext cx="3554830" cy="3745721"/>
          </a:xfrm>
          <a:prstGeom prst="ellipse">
            <a:avLst/>
          </a:prstGeom>
          <a:solidFill>
            <a:srgbClr val="FFD400"/>
          </a:solidFill>
          <a:ln w="66675">
            <a:noFill/>
            <a:prstDash val="solid"/>
          </a:ln>
          <a:effectLst>
            <a:outerShdw algn="bl" rotWithShape="0">
              <a:srgbClr val="1A0A2E">
                <a:alpha val="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sp>
        <p:nvSpPr>
          <p:cNvPr id="14" name="Go!">
            <a:extLst>
              <a:ext uri="{FF2B5EF4-FFF2-40B4-BE49-F238E27FC236}">
                <a16:creationId xmlns:a16="http://schemas.microsoft.com/office/drawing/2014/main" id="{1B0AD922-74D2-7C3E-E195-556F4A029A12}"/>
              </a:ext>
            </a:extLst>
          </p:cNvPr>
          <p:cNvSpPr>
            <a:spLocks/>
          </p:cNvSpPr>
          <p:nvPr userDrawn="1"/>
        </p:nvSpPr>
        <p:spPr>
          <a:xfrm>
            <a:off x="7217381" y="3078385"/>
            <a:ext cx="3782141" cy="276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16000" dirty="0">
                <a:solidFill>
                  <a:srgbClr val="1A0A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Go!</a:t>
            </a:r>
            <a:endParaRPr lang="en-US" sz="1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10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9" grpId="0" animBg="1"/>
      <p:bldP spid="9" grpId="1" animBg="1"/>
      <p:bldP spid="9" grpId="2" animBg="1"/>
      <p:bldP spid="10" grpId="0" animBg="1"/>
      <p:bldP spid="10" grpId="1" animBg="1"/>
      <p:bldP spid="11" grpId="0" animBg="1"/>
      <p:bldP spid="13" grpId="0" animBg="1"/>
      <p:bldP spid="14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58FF2-79AE-3360-1C3D-FE4B42F76F1E}"/>
              </a:ext>
            </a:extLst>
          </p:cNvPr>
          <p:cNvSpPr>
            <a:spLocks noGrp="1"/>
          </p:cNvSpPr>
          <p:nvPr>
            <p:ph type="body" sz="quarter" idx="1011" hasCustomPrompt="1"/>
          </p:nvPr>
        </p:nvSpPr>
        <p:spPr>
          <a:xfrm>
            <a:off x="1460090" y="4291474"/>
            <a:ext cx="15367819" cy="1549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400" b="1">
                <a:solidFill>
                  <a:schemeClr val="bg1"/>
                </a:solidFill>
              </a:defRPr>
            </a:lvl1pPr>
            <a:lvl2pPr>
              <a:defRPr sz="8400"/>
            </a:lvl2pPr>
            <a:lvl3pPr>
              <a:defRPr sz="8400"/>
            </a:lvl3pPr>
            <a:lvl4pPr>
              <a:defRPr sz="8400"/>
            </a:lvl4pPr>
            <a:lvl5pPr>
              <a:defRPr sz="8400"/>
            </a:lvl5pPr>
          </a:lstStyle>
          <a:p>
            <a:pPr lvl="0"/>
            <a:r>
              <a:rPr lang="en-US" dirty="0"/>
              <a:t>Question goes here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41971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6"/>
          <p:cNvSpPr/>
          <p:nvPr/>
        </p:nvSpPr>
        <p:spPr>
          <a:xfrm>
            <a:off x="9267825" y="8481877"/>
            <a:ext cx="8178800" cy="1371600"/>
          </a:xfrm>
          <a:prstGeom prst="roundRect">
            <a:avLst>
              <a:gd name="adj" fmla="val 17188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742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33" name="Image 4" descr="preencoded.png"/>
          <p:cNvPicPr>
            <a:picLocks noGr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3425" y="8862877"/>
            <a:ext cx="533193" cy="600075"/>
          </a:xfrm>
          <a:prstGeom prst="rect">
            <a:avLst/>
          </a:prstGeom>
        </p:spPr>
      </p:pic>
      <p:sp>
        <p:nvSpPr>
          <p:cNvPr id="34" name="Text 27"/>
          <p:cNvSpPr>
            <a:spLocks noGrp="1"/>
          </p:cNvSpPr>
          <p:nvPr>
            <p:ph type="body" idx="2" hasCustomPrompt="1"/>
          </p:nvPr>
        </p:nvSpPr>
        <p:spPr>
          <a:xfrm>
            <a:off x="10390886" y="8601892"/>
            <a:ext cx="6668770" cy="11315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 lnSpcReduction="10000"/>
          </a:bodyPr>
          <a:lstStyle>
            <a:lvl1pPr marL="0" indent="0" algn="l" rtl="0">
              <a:buNone/>
              <a:defRPr sz="285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</a:rPr>
              <a:t>Answer #4</a:t>
            </a:r>
            <a:r>
              <a:rPr lang="en-US" sz="2850" dirty="0">
                <a:solidFill>
                  <a:srgbClr val="FFFFFF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29" name="Shape 24"/>
          <p:cNvSpPr/>
          <p:nvPr/>
        </p:nvSpPr>
        <p:spPr>
          <a:xfrm>
            <a:off x="838200" y="8481877"/>
            <a:ext cx="8178800" cy="1371600"/>
          </a:xfrm>
          <a:prstGeom prst="roundRect">
            <a:avLst>
              <a:gd name="adj" fmla="val 17188"/>
            </a:avLst>
          </a:prstGeom>
          <a:solidFill>
            <a:srgbClr val="F1C40F">
              <a:alpha val="96000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449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30" name="Image 3" descr="preencoded.png"/>
          <p:cNvPicPr>
            <a:picLocks noGr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1100" y="8862877"/>
            <a:ext cx="552236" cy="621506"/>
          </a:xfrm>
          <a:prstGeom prst="rect">
            <a:avLst/>
          </a:prstGeom>
        </p:spPr>
      </p:pic>
      <p:sp>
        <p:nvSpPr>
          <p:cNvPr id="31" name="Text 25"/>
          <p:cNvSpPr>
            <a:spLocks noGrp="1"/>
          </p:cNvSpPr>
          <p:nvPr>
            <p:ph type="body" idx="4" hasCustomPrompt="1"/>
          </p:nvPr>
        </p:nvSpPr>
        <p:spPr>
          <a:xfrm>
            <a:off x="1961260" y="8601892"/>
            <a:ext cx="666877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 algn="l" rtl="0">
              <a:buNone/>
              <a:defRPr sz="285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</a:rPr>
              <a:t>Answer #3</a:t>
            </a:r>
            <a:r>
              <a:rPr lang="en-US" sz="2850" dirty="0">
                <a:solidFill>
                  <a:srgbClr val="FFFFFF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26" name="Shape 22"/>
          <p:cNvSpPr/>
          <p:nvPr/>
        </p:nvSpPr>
        <p:spPr>
          <a:xfrm>
            <a:off x="9267825" y="6838410"/>
            <a:ext cx="8178800" cy="1371600"/>
          </a:xfrm>
          <a:prstGeom prst="roundRect">
            <a:avLst>
              <a:gd name="adj" fmla="val 15271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201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27" name="Image 2" descr="preencoded.png"/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725" y="7244810"/>
            <a:ext cx="552236" cy="552210"/>
          </a:xfrm>
          <a:prstGeom prst="rect">
            <a:avLst/>
          </a:prstGeom>
        </p:spPr>
      </p:pic>
      <p:sp>
        <p:nvSpPr>
          <p:cNvPr id="28" name="Text 23"/>
          <p:cNvSpPr>
            <a:spLocks noGrp="1"/>
          </p:cNvSpPr>
          <p:nvPr>
            <p:ph type="body" idx="6" hasCustomPrompt="1"/>
          </p:nvPr>
        </p:nvSpPr>
        <p:spPr>
          <a:xfrm>
            <a:off x="10390886" y="6958425"/>
            <a:ext cx="6668770" cy="11315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indent="0" algn="l" rtl="0">
              <a:buNone/>
              <a:defRPr sz="285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buNone/>
              <a:tabLst/>
              <a:defRPr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#2</a:t>
            </a:r>
            <a:r>
              <a:rPr lang="en-US" sz="2850" dirty="0">
                <a:solidFill>
                  <a:srgbClr val="FFFFFF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23" name="Shape 20"/>
          <p:cNvSpPr/>
          <p:nvPr/>
        </p:nvSpPr>
        <p:spPr>
          <a:xfrm>
            <a:off x="838200" y="6838410"/>
            <a:ext cx="8178800" cy="1371600"/>
          </a:xfrm>
          <a:prstGeom prst="roundRect">
            <a:avLst>
              <a:gd name="adj" fmla="val 15271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2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24" name="Image 1" descr="preencoded.png"/>
          <p:cNvPicPr>
            <a:picLocks noGr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68400" y="7270210"/>
            <a:ext cx="590321" cy="514127"/>
          </a:xfrm>
          <a:prstGeom prst="rect">
            <a:avLst/>
          </a:prstGeom>
        </p:spPr>
      </p:pic>
      <p:sp>
        <p:nvSpPr>
          <p:cNvPr id="25" name="Text 21"/>
          <p:cNvSpPr>
            <a:spLocks noGrp="1"/>
          </p:cNvSpPr>
          <p:nvPr>
            <p:ph type="body" idx="8" hasCustomPrompt="1"/>
          </p:nvPr>
        </p:nvSpPr>
        <p:spPr>
          <a:xfrm>
            <a:off x="1961261" y="6958425"/>
            <a:ext cx="6668770" cy="11315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indent="0" algn="l" rtl="0">
              <a:buNone/>
              <a:defRPr sz="285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buNone/>
              <a:tabLst/>
              <a:defRPr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</a:rPr>
              <a:t>Answer #1</a:t>
            </a:r>
          </a:p>
        </p:txBody>
      </p:sp>
      <p:sp>
        <p:nvSpPr>
          <p:cNvPr id="45" name="Picture">
            <a:extLst>
              <a:ext uri="{FF2B5EF4-FFF2-40B4-BE49-F238E27FC236}">
                <a16:creationId xmlns:a16="http://schemas.microsoft.com/office/drawing/2014/main" id="{E84769A5-1FBC-B217-0CA7-4817432807C0}"/>
              </a:ext>
            </a:extLst>
          </p:cNvPr>
          <p:cNvSpPr>
            <a:spLocks noGrp="1"/>
          </p:cNvSpPr>
          <p:nvPr>
            <p:ph type="pic" idx="1009" hasCustomPrompt="1"/>
          </p:nvPr>
        </p:nvSpPr>
        <p:spPr>
          <a:xfrm>
            <a:off x="4055111" y="3646623"/>
            <a:ext cx="10488168" cy="2578385"/>
          </a:xfrm>
          <a:custGeom>
            <a:avLst/>
            <a:gdLst>
              <a:gd name="connsiteX0" fmla="*/ 252178 w 10563624"/>
              <a:gd name="connsiteY0" fmla="*/ 0 h 2596935"/>
              <a:gd name="connsiteX1" fmla="*/ 10296932 w 10563624"/>
              <a:gd name="connsiteY1" fmla="*/ 0 h 2596935"/>
              <a:gd name="connsiteX2" fmla="*/ 10563624 w 10563624"/>
              <a:gd name="connsiteY2" fmla="*/ 266692 h 2596935"/>
              <a:gd name="connsiteX3" fmla="*/ 10563624 w 10563624"/>
              <a:gd name="connsiteY3" fmla="*/ 2353845 h 2596935"/>
              <a:gd name="connsiteX4" fmla="*/ 10446042 w 10563624"/>
              <a:gd name="connsiteY4" fmla="*/ 2574990 h 2596935"/>
              <a:gd name="connsiteX5" fmla="*/ 10405612 w 10563624"/>
              <a:gd name="connsiteY5" fmla="*/ 2596935 h 2596935"/>
              <a:gd name="connsiteX6" fmla="*/ 143498 w 10563624"/>
              <a:gd name="connsiteY6" fmla="*/ 2596935 h 2596935"/>
              <a:gd name="connsiteX7" fmla="*/ 103068 w 10563624"/>
              <a:gd name="connsiteY7" fmla="*/ 2574990 h 2596935"/>
              <a:gd name="connsiteX8" fmla="*/ 6444 w 10563624"/>
              <a:gd name="connsiteY8" fmla="*/ 2457654 h 2596935"/>
              <a:gd name="connsiteX9" fmla="*/ 0 w 10563624"/>
              <a:gd name="connsiteY9" fmla="*/ 2425736 h 2596935"/>
              <a:gd name="connsiteX10" fmla="*/ 0 w 10563624"/>
              <a:gd name="connsiteY10" fmla="*/ 194802 h 2596935"/>
              <a:gd name="connsiteX11" fmla="*/ 6444 w 10563624"/>
              <a:gd name="connsiteY11" fmla="*/ 162884 h 2596935"/>
              <a:gd name="connsiteX12" fmla="*/ 252178 w 10563624"/>
              <a:gd name="connsiteY12" fmla="*/ 0 h 259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563624" h="2596935">
                <a:moveTo>
                  <a:pt x="252178" y="0"/>
                </a:moveTo>
                <a:lnTo>
                  <a:pt x="10296932" y="0"/>
                </a:lnTo>
                <a:cubicBezTo>
                  <a:pt x="10444222" y="0"/>
                  <a:pt x="10563624" y="119402"/>
                  <a:pt x="10563624" y="266692"/>
                </a:cubicBezTo>
                <a:lnTo>
                  <a:pt x="10563624" y="2353845"/>
                </a:lnTo>
                <a:cubicBezTo>
                  <a:pt x="10563624" y="2445902"/>
                  <a:pt x="10516983" y="2527064"/>
                  <a:pt x="10446042" y="2574990"/>
                </a:cubicBezTo>
                <a:lnTo>
                  <a:pt x="10405612" y="2596935"/>
                </a:lnTo>
                <a:lnTo>
                  <a:pt x="143498" y="2596935"/>
                </a:lnTo>
                <a:lnTo>
                  <a:pt x="103068" y="2574990"/>
                </a:lnTo>
                <a:cubicBezTo>
                  <a:pt x="60504" y="2546235"/>
                  <a:pt x="26687" y="2505514"/>
                  <a:pt x="6444" y="2457654"/>
                </a:cubicBezTo>
                <a:lnTo>
                  <a:pt x="0" y="2425736"/>
                </a:lnTo>
                <a:lnTo>
                  <a:pt x="0" y="194802"/>
                </a:lnTo>
                <a:lnTo>
                  <a:pt x="6444" y="162884"/>
                </a:lnTo>
                <a:cubicBezTo>
                  <a:pt x="46930" y="67164"/>
                  <a:pt x="141711" y="0"/>
                  <a:pt x="252178" y="0"/>
                </a:cubicBezTo>
                <a:close/>
              </a:path>
            </a:pathLst>
          </a:custGeom>
          <a:solidFill>
            <a:srgbClr val="FFFFFF"/>
          </a:solidFill>
          <a:ln w="73025">
            <a:solidFill>
              <a:srgbClr val="1A0A2E"/>
            </a:solidFill>
          </a:ln>
          <a:effectLst>
            <a:outerShdw blurRad="101600" dist="139700" dir="5400000" algn="ctr" rotWithShape="0">
              <a:srgbClr val="000000"/>
            </a:outerShdw>
          </a:effectLst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57" name="Layout Default Image 1009" descr="Picture"/>
          <p:cNvPicPr>
            <a:picLocks noGrp="1"/>
          </p:cNvPicPr>
          <p:nvPr/>
        </p:nvPicPr>
        <p:blipFill>
          <a:blip r:embed="rId6"/>
          <a:srcRect t="840" b="840"/>
          <a:stretch/>
        </p:blipFill>
        <p:spPr>
          <a:xfrm>
            <a:off x="4055111" y="3646623"/>
            <a:ext cx="10488168" cy="2578385"/>
          </a:xfrm>
          <a:custGeom>
            <a:avLst/>
            <a:gdLst>
              <a:gd name="connsiteX0" fmla="*/ 252178 w 10563624"/>
              <a:gd name="connsiteY0" fmla="*/ 0 h 2596935"/>
              <a:gd name="connsiteX1" fmla="*/ 10296932 w 10563624"/>
              <a:gd name="connsiteY1" fmla="*/ 0 h 2596935"/>
              <a:gd name="connsiteX2" fmla="*/ 10563624 w 10563624"/>
              <a:gd name="connsiteY2" fmla="*/ 266692 h 2596935"/>
              <a:gd name="connsiteX3" fmla="*/ 10563624 w 10563624"/>
              <a:gd name="connsiteY3" fmla="*/ 2353845 h 2596935"/>
              <a:gd name="connsiteX4" fmla="*/ 10446042 w 10563624"/>
              <a:gd name="connsiteY4" fmla="*/ 2574990 h 2596935"/>
              <a:gd name="connsiteX5" fmla="*/ 10405612 w 10563624"/>
              <a:gd name="connsiteY5" fmla="*/ 2596935 h 2596935"/>
              <a:gd name="connsiteX6" fmla="*/ 143498 w 10563624"/>
              <a:gd name="connsiteY6" fmla="*/ 2596935 h 2596935"/>
              <a:gd name="connsiteX7" fmla="*/ 103068 w 10563624"/>
              <a:gd name="connsiteY7" fmla="*/ 2574990 h 2596935"/>
              <a:gd name="connsiteX8" fmla="*/ 6444 w 10563624"/>
              <a:gd name="connsiteY8" fmla="*/ 2457654 h 2596935"/>
              <a:gd name="connsiteX9" fmla="*/ 0 w 10563624"/>
              <a:gd name="connsiteY9" fmla="*/ 2425736 h 2596935"/>
              <a:gd name="connsiteX10" fmla="*/ 0 w 10563624"/>
              <a:gd name="connsiteY10" fmla="*/ 194802 h 2596935"/>
              <a:gd name="connsiteX11" fmla="*/ 6444 w 10563624"/>
              <a:gd name="connsiteY11" fmla="*/ 162884 h 2596935"/>
              <a:gd name="connsiteX12" fmla="*/ 252178 w 10563624"/>
              <a:gd name="connsiteY12" fmla="*/ 0 h 259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563624" h="2596935">
                <a:moveTo>
                  <a:pt x="252178" y="0"/>
                </a:moveTo>
                <a:lnTo>
                  <a:pt x="10296932" y="0"/>
                </a:lnTo>
                <a:cubicBezTo>
                  <a:pt x="10444222" y="0"/>
                  <a:pt x="10563624" y="119402"/>
                  <a:pt x="10563624" y="266692"/>
                </a:cubicBezTo>
                <a:lnTo>
                  <a:pt x="10563624" y="2353845"/>
                </a:lnTo>
                <a:cubicBezTo>
                  <a:pt x="10563624" y="2445902"/>
                  <a:pt x="10516983" y="2527064"/>
                  <a:pt x="10446042" y="2574990"/>
                </a:cubicBezTo>
                <a:lnTo>
                  <a:pt x="10405612" y="2596935"/>
                </a:lnTo>
                <a:lnTo>
                  <a:pt x="143498" y="2596935"/>
                </a:lnTo>
                <a:lnTo>
                  <a:pt x="103068" y="2574990"/>
                </a:lnTo>
                <a:cubicBezTo>
                  <a:pt x="60504" y="2546235"/>
                  <a:pt x="26687" y="2505514"/>
                  <a:pt x="6444" y="2457654"/>
                </a:cubicBezTo>
                <a:lnTo>
                  <a:pt x="0" y="2425736"/>
                </a:lnTo>
                <a:lnTo>
                  <a:pt x="0" y="194802"/>
                </a:lnTo>
                <a:lnTo>
                  <a:pt x="6444" y="162884"/>
                </a:lnTo>
                <a:cubicBezTo>
                  <a:pt x="46930" y="67164"/>
                  <a:pt x="141711" y="0"/>
                  <a:pt x="252178" y="0"/>
                </a:cubicBezTo>
                <a:close/>
              </a:path>
            </a:pathLst>
          </a:custGeom>
        </p:spPr>
      </p:pic>
      <p:grpSp>
        <p:nvGrpSpPr>
          <p:cNvPr id="55" name="Timer">
            <a:extLst>
              <a:ext uri="{FF2B5EF4-FFF2-40B4-BE49-F238E27FC236}">
                <a16:creationId xmlns:a16="http://schemas.microsoft.com/office/drawing/2014/main" id="{A45BDC2A-984C-5B7A-0726-C2C508A2EF57}"/>
              </a:ext>
            </a:extLst>
          </p:cNvPr>
          <p:cNvGrpSpPr>
            <a:grpSpLocks/>
          </p:cNvGrpSpPr>
          <p:nvPr/>
        </p:nvGrpSpPr>
        <p:grpSpPr>
          <a:xfrm>
            <a:off x="785586" y="628650"/>
            <a:ext cx="1504950" cy="1495878"/>
            <a:chOff x="785586" y="628650"/>
            <a:chExt cx="1504950" cy="1495878"/>
          </a:xfrm>
        </p:grpSpPr>
        <p:sp>
          <p:nvSpPr>
            <p:cNvPr id="13" name="Shape 11"/>
            <p:cNvSpPr>
              <a:spLocks/>
            </p:cNvSpPr>
            <p:nvPr/>
          </p:nvSpPr>
          <p:spPr>
            <a:xfrm>
              <a:off x="838200" y="628650"/>
              <a:ext cx="1428750" cy="1428750"/>
            </a:xfrm>
            <a:prstGeom prst="ellipse">
              <a:avLst/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 12"/>
            <p:cNvSpPr>
              <a:spLocks noGrp="1"/>
            </p:cNvSpPr>
            <p:nvPr/>
          </p:nvSpPr>
          <p:spPr>
            <a:xfrm>
              <a:off x="785586" y="657678"/>
              <a:ext cx="1504950" cy="146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he-IL" sz="4650" b="1" dirty="0">
                  <a:solidFill>
                    <a:srgbClr val="1A0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</a:t>
              </a:r>
              <a:endParaRPr lang="en-US" sz="4650" dirty="0"/>
            </a:p>
          </p:txBody>
        </p:sp>
      </p:grpSp>
      <p:grpSp>
        <p:nvGrpSpPr>
          <p:cNvPr id="56" name="Score">
            <a:extLst>
              <a:ext uri="{FF2B5EF4-FFF2-40B4-BE49-F238E27FC236}">
                <a16:creationId xmlns:a16="http://schemas.microsoft.com/office/drawing/2014/main" id="{564FC2DF-B972-D8BA-7937-FD101CBF75D9}"/>
              </a:ext>
            </a:extLst>
          </p:cNvPr>
          <p:cNvGrpSpPr>
            <a:grpSpLocks/>
          </p:cNvGrpSpPr>
          <p:nvPr/>
        </p:nvGrpSpPr>
        <p:grpSpPr>
          <a:xfrm>
            <a:off x="15413682" y="609600"/>
            <a:ext cx="2036118" cy="1466850"/>
            <a:chOff x="15413682" y="609600"/>
            <a:chExt cx="2036118" cy="1466850"/>
          </a:xfrm>
        </p:grpSpPr>
        <p:sp>
          <p:nvSpPr>
            <p:cNvPr id="18" name="Shape 15"/>
            <p:cNvSpPr>
              <a:spLocks/>
            </p:cNvSpPr>
            <p:nvPr/>
          </p:nvSpPr>
          <p:spPr>
            <a:xfrm>
              <a:off x="15413682" y="609600"/>
              <a:ext cx="2036118" cy="1466850"/>
            </a:xfrm>
            <a:prstGeom prst="roundRect">
              <a:avLst>
                <a:gd name="adj" fmla="val 16883"/>
              </a:avLst>
            </a:prstGeom>
            <a:solidFill>
              <a:srgbClr val="000000">
                <a:alpha val="28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Text 16"/>
            <p:cNvSpPr>
              <a:spLocks noGrp="1"/>
            </p:cNvSpPr>
            <p:nvPr/>
          </p:nvSpPr>
          <p:spPr>
            <a:xfrm>
              <a:off x="15689943" y="775608"/>
              <a:ext cx="1455057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he-IL" sz="5000" b="1" dirty="0">
                  <a:solidFill>
                    <a:srgbClr val="FFD4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</a:t>
              </a:r>
              <a:endParaRPr lang="en-US" sz="5000" dirty="0"/>
            </a:p>
          </p:txBody>
        </p:sp>
        <p:sp>
          <p:nvSpPr>
            <p:cNvPr id="20" name="Text 17"/>
            <p:cNvSpPr>
              <a:spLocks noGrp="1"/>
            </p:cNvSpPr>
            <p:nvPr/>
          </p:nvSpPr>
          <p:spPr>
            <a:xfrm>
              <a:off x="15794682" y="1581150"/>
              <a:ext cx="1350318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144" dirty="0">
                  <a:solidFill>
                    <a:srgbClr val="FFFFFF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ANSWERS</a:t>
              </a:r>
              <a:endParaRPr lang="en-US" sz="1800" dirty="0"/>
            </a:p>
          </p:txBody>
        </p:sp>
      </p:grpSp>
      <p:sp>
        <p:nvSpPr>
          <p:cNvPr id="2" name="Text 18">
            <a:extLst>
              <a:ext uri="{FF2B5EF4-FFF2-40B4-BE49-F238E27FC236}">
                <a16:creationId xmlns:a16="http://schemas.microsoft.com/office/drawing/2014/main" id="{BADB57D2-7531-780A-0738-E3B380F69444}"/>
              </a:ext>
            </a:extLst>
          </p:cNvPr>
          <p:cNvSpPr>
            <a:spLocks noGrp="1"/>
          </p:cNvSpPr>
          <p:nvPr>
            <p:ph type="body" idx="1010" hasCustomPrompt="1"/>
          </p:nvPr>
        </p:nvSpPr>
        <p:spPr>
          <a:xfrm>
            <a:off x="4052993" y="2475304"/>
            <a:ext cx="10490286" cy="834974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6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>
            <a:lvl1pPr algn="ctr">
              <a:buFontTx/>
              <a:buNone/>
              <a:defRPr sz="4400" b="1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goes here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139799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" fill="hold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fill="hold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2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build="p" animBg="1">
        <p:tmplLst>
          <p:tmpl>
            <p:tnLst>
              <p:par>
                <p:cTn presetID="42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1" grpId="0" build="p" animBg="1">
        <p:tmplLst>
          <p:tmpl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8" grpId="0" build="p" animBg="1">
        <p:tmplLst>
          <p:tmpl>
            <p:tnLst>
              <p:par>
                <p:cTn presetID="42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5" grpId="0" build="p" animBg="1">
        <p:tmplLst>
          <p:tmpl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2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2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8">
            <a:extLst>
              <a:ext uri="{FF2B5EF4-FFF2-40B4-BE49-F238E27FC236}">
                <a16:creationId xmlns:a16="http://schemas.microsoft.com/office/drawing/2014/main" id="{8639BFDE-1F2A-9FEF-83C5-127B8DFC8B2D}"/>
              </a:ext>
            </a:extLst>
          </p:cNvPr>
          <p:cNvSpPr>
            <a:spLocks noGrp="1"/>
          </p:cNvSpPr>
          <p:nvPr>
            <p:ph type="body" idx="1010" hasCustomPrompt="1"/>
          </p:nvPr>
        </p:nvSpPr>
        <p:spPr>
          <a:xfrm>
            <a:off x="7406640" y="3046024"/>
            <a:ext cx="10050780" cy="834974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6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>
            <a:lvl1pPr algn="ctr">
              <a:buFontTx/>
              <a:buNone/>
              <a:defRPr sz="4800" b="1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goes here</a:t>
            </a:r>
            <a:endParaRPr lang="en-US" sz="48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56088773-D0DA-554D-314D-86A7D6A1B10B}"/>
              </a:ext>
            </a:extLst>
          </p:cNvPr>
          <p:cNvSpPr/>
          <p:nvPr/>
        </p:nvSpPr>
        <p:spPr>
          <a:xfrm>
            <a:off x="8048384" y="7177843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841CD5C0-AFC8-6527-1F07-9D95942BF7E4}"/>
              </a:ext>
            </a:extLst>
          </p:cNvPr>
          <p:cNvSpPr/>
          <p:nvPr/>
        </p:nvSpPr>
        <p:spPr>
          <a:xfrm>
            <a:off x="7406640" y="4297679"/>
            <a:ext cx="4838700" cy="18288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2237D843-1755-4CDE-E2F0-562DE96D4C35}"/>
              </a:ext>
            </a:extLst>
          </p:cNvPr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540" y="4983479"/>
            <a:ext cx="456481" cy="454588"/>
          </a:xfrm>
          <a:prstGeom prst="rect">
            <a:avLst/>
          </a:prstGeom>
        </p:spPr>
      </p:pic>
      <p:sp>
        <p:nvSpPr>
          <p:cNvPr id="48" name="Text 20">
            <a:extLst>
              <a:ext uri="{FF2B5EF4-FFF2-40B4-BE49-F238E27FC236}">
                <a16:creationId xmlns:a16="http://schemas.microsoft.com/office/drawing/2014/main" id="{44E148F4-B63D-BA8C-49BE-F5CD363B6490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06689" y="4417694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buNone/>
              <a:tabLst/>
              <a:defRPr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#1</a:t>
            </a:r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67127209-C5BB-69AB-A8AE-6B23B87BBEA0}"/>
              </a:ext>
            </a:extLst>
          </p:cNvPr>
          <p:cNvSpPr/>
          <p:nvPr/>
        </p:nvSpPr>
        <p:spPr>
          <a:xfrm>
            <a:off x="12618720" y="4297679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B12E49FA-2653-60B2-5EB0-A81ECF33EA53}"/>
              </a:ext>
            </a:extLst>
          </p:cNvPr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4620" y="4983479"/>
            <a:ext cx="456481" cy="457200"/>
          </a:xfrm>
          <a:prstGeom prst="rect">
            <a:avLst/>
          </a:prstGeom>
        </p:spPr>
      </p:pic>
      <p:sp>
        <p:nvSpPr>
          <p:cNvPr id="51" name="Text 22">
            <a:extLst>
              <a:ext uri="{FF2B5EF4-FFF2-40B4-BE49-F238E27FC236}">
                <a16:creationId xmlns:a16="http://schemas.microsoft.com/office/drawing/2014/main" id="{1F44FB9E-1C65-1236-2471-B49703378BB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518769" y="4417694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#2 </a:t>
            </a:r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23CCA753-4F83-B2C6-6BE9-CF1760E8502C}"/>
              </a:ext>
            </a:extLst>
          </p:cNvPr>
          <p:cNvSpPr/>
          <p:nvPr/>
        </p:nvSpPr>
        <p:spPr>
          <a:xfrm>
            <a:off x="7406640" y="6675118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 dirty="0">
              <a:solidFill>
                <a:schemeClr val="bg1"/>
              </a:solidFill>
            </a:endParaRPr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AAB0DAE8-9ADC-E576-FAB5-8A3CD2D4B473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540" y="7360919"/>
            <a:ext cx="456481" cy="457200"/>
          </a:xfrm>
          <a:prstGeom prst="rect">
            <a:avLst/>
          </a:prstGeom>
        </p:spPr>
      </p:pic>
      <p:sp>
        <p:nvSpPr>
          <p:cNvPr id="54" name="Text 24">
            <a:extLst>
              <a:ext uri="{FF2B5EF4-FFF2-40B4-BE49-F238E27FC236}">
                <a16:creationId xmlns:a16="http://schemas.microsoft.com/office/drawing/2014/main" id="{3691811E-1418-D372-4DDF-D0200B2AE781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306689" y="6795134"/>
            <a:ext cx="3678682" cy="158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#3 </a:t>
            </a:r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D95D7150-F2DC-A0C1-192E-5AC48C7A36CD}"/>
              </a:ext>
            </a:extLst>
          </p:cNvPr>
          <p:cNvSpPr/>
          <p:nvPr/>
        </p:nvSpPr>
        <p:spPr>
          <a:xfrm>
            <a:off x="12618720" y="6675118"/>
            <a:ext cx="4838700" cy="18288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52C46E8D-4459-A51E-8CD8-8E58D0CB7991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4620" y="7360919"/>
            <a:ext cx="456308" cy="457200"/>
          </a:xfrm>
          <a:prstGeom prst="rect">
            <a:avLst/>
          </a:prstGeom>
        </p:spPr>
      </p:pic>
      <p:sp>
        <p:nvSpPr>
          <p:cNvPr id="57" name="Text 26">
            <a:extLst>
              <a:ext uri="{FF2B5EF4-FFF2-40B4-BE49-F238E27FC236}">
                <a16:creationId xmlns:a16="http://schemas.microsoft.com/office/drawing/2014/main" id="{59D65101-72AD-CFD2-37FF-EF850263418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518769" y="6795134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#4 </a:t>
            </a:r>
          </a:p>
        </p:txBody>
      </p:sp>
      <p:sp>
        <p:nvSpPr>
          <p:cNvPr id="5" name="Shape 3"/>
          <p:cNvSpPr/>
          <p:nvPr/>
        </p:nvSpPr>
        <p:spPr>
          <a:xfrm>
            <a:off x="1143000" y="7654479"/>
            <a:ext cx="1714500" cy="14287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1524000" y="7410450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D60645B-20FA-3F7E-DBB1-79AD112CE7D0}"/>
              </a:ext>
            </a:extLst>
          </p:cNvPr>
          <p:cNvSpPr>
            <a:spLocks noGrp="1"/>
          </p:cNvSpPr>
          <p:nvPr>
            <p:ph type="pic" idx="1009" hasCustomPrompt="1"/>
          </p:nvPr>
        </p:nvSpPr>
        <p:spPr>
          <a:xfrm>
            <a:off x="887589" y="2603046"/>
            <a:ext cx="5664042" cy="70775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58" name="Layout Default Image 1009" descr="Picture Placeholder 36"/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589" y="2603046"/>
            <a:ext cx="5664042" cy="7077529"/>
          </a:xfrm>
          <a:prstGeom prst="roundRect">
            <a:avLst>
              <a:gd name="adj" fmla="val 4167"/>
            </a:avLst>
          </a:prstGeom>
        </p:spPr>
      </p:pic>
      <p:grpSp>
        <p:nvGrpSpPr>
          <p:cNvPr id="12" name="Timer">
            <a:extLst>
              <a:ext uri="{FF2B5EF4-FFF2-40B4-BE49-F238E27FC236}">
                <a16:creationId xmlns:a16="http://schemas.microsoft.com/office/drawing/2014/main" id="{84F0097A-3537-8087-4354-E4CE733B44EE}"/>
              </a:ext>
            </a:extLst>
          </p:cNvPr>
          <p:cNvGrpSpPr>
            <a:grpSpLocks/>
          </p:cNvGrpSpPr>
          <p:nvPr userDrawn="1"/>
        </p:nvGrpSpPr>
        <p:grpSpPr>
          <a:xfrm>
            <a:off x="785586" y="628650"/>
            <a:ext cx="1504950" cy="1495878"/>
            <a:chOff x="785586" y="628650"/>
            <a:chExt cx="1504950" cy="1495878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54832691-2B2B-C1D8-B644-2E21D395301C}"/>
                </a:ext>
              </a:extLst>
            </p:cNvPr>
            <p:cNvSpPr>
              <a:spLocks/>
            </p:cNvSpPr>
            <p:nvPr/>
          </p:nvSpPr>
          <p:spPr>
            <a:xfrm>
              <a:off x="838200" y="628650"/>
              <a:ext cx="1428750" cy="1428750"/>
            </a:xfrm>
            <a:prstGeom prst="ellipse">
              <a:avLst/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2F4301A5-387F-3791-5F1B-C98FADC78036}"/>
                </a:ext>
              </a:extLst>
            </p:cNvPr>
            <p:cNvSpPr>
              <a:spLocks noGrp="1"/>
            </p:cNvSpPr>
            <p:nvPr/>
          </p:nvSpPr>
          <p:spPr>
            <a:xfrm>
              <a:off x="785586" y="657678"/>
              <a:ext cx="1504950" cy="146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he-IL" sz="4650" b="1" dirty="0">
                  <a:solidFill>
                    <a:srgbClr val="1A0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</a:t>
              </a:r>
              <a:endParaRPr lang="en-US" sz="4650" dirty="0"/>
            </a:p>
          </p:txBody>
        </p:sp>
      </p:grpSp>
      <p:grpSp>
        <p:nvGrpSpPr>
          <p:cNvPr id="15" name="Score">
            <a:extLst>
              <a:ext uri="{FF2B5EF4-FFF2-40B4-BE49-F238E27FC236}">
                <a16:creationId xmlns:a16="http://schemas.microsoft.com/office/drawing/2014/main" id="{33D5660D-FB7E-0F43-3CBB-C986425BF41F}"/>
              </a:ext>
            </a:extLst>
          </p:cNvPr>
          <p:cNvGrpSpPr>
            <a:grpSpLocks/>
          </p:cNvGrpSpPr>
          <p:nvPr userDrawn="1"/>
        </p:nvGrpSpPr>
        <p:grpSpPr>
          <a:xfrm>
            <a:off x="15413682" y="609600"/>
            <a:ext cx="2036118" cy="1466850"/>
            <a:chOff x="15413682" y="609600"/>
            <a:chExt cx="2036118" cy="146685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AF2D93AD-F1BF-2FF3-273F-A14CD2E6EE46}"/>
                </a:ext>
              </a:extLst>
            </p:cNvPr>
            <p:cNvSpPr>
              <a:spLocks/>
            </p:cNvSpPr>
            <p:nvPr/>
          </p:nvSpPr>
          <p:spPr>
            <a:xfrm>
              <a:off x="15413682" y="609600"/>
              <a:ext cx="2036118" cy="1466850"/>
            </a:xfrm>
            <a:prstGeom prst="roundRect">
              <a:avLst>
                <a:gd name="adj" fmla="val 16883"/>
              </a:avLst>
            </a:prstGeom>
            <a:solidFill>
              <a:srgbClr val="000000">
                <a:alpha val="28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E28D9AD6-0ED9-F6DC-E201-F4253170CF51}"/>
                </a:ext>
              </a:extLst>
            </p:cNvPr>
            <p:cNvSpPr>
              <a:spLocks noGrp="1"/>
            </p:cNvSpPr>
            <p:nvPr/>
          </p:nvSpPr>
          <p:spPr>
            <a:xfrm>
              <a:off x="15689943" y="775608"/>
              <a:ext cx="1455057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he-IL" sz="5000" b="1" dirty="0">
                  <a:solidFill>
                    <a:srgbClr val="FFD4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</a:t>
              </a:r>
              <a:endParaRPr lang="en-US" sz="50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E029E833-0A1C-4D64-F0E5-38264507C036}"/>
                </a:ext>
              </a:extLst>
            </p:cNvPr>
            <p:cNvSpPr>
              <a:spLocks noGrp="1"/>
            </p:cNvSpPr>
            <p:nvPr/>
          </p:nvSpPr>
          <p:spPr>
            <a:xfrm>
              <a:off x="15794682" y="1581150"/>
              <a:ext cx="1350318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144" dirty="0">
                  <a:solidFill>
                    <a:srgbClr val="FFFFFF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ANSWERS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853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 rot="3229118">
            <a:off x="15335250" y="1143000"/>
            <a:ext cx="1428750" cy="14287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>
            <a:spLocks noGrp="1"/>
          </p:cNvSpPr>
          <p:nvPr>
            <p:ph type="body" idx="1" hasCustomPrompt="1"/>
          </p:nvPr>
        </p:nvSpPr>
        <p:spPr>
          <a:xfrm>
            <a:off x="441689" y="3129487"/>
            <a:ext cx="11066526" cy="834974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6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algn="ctr">
              <a:buFontTx/>
              <a:buNone/>
              <a:defRPr sz="4300" b="1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goes here</a:t>
            </a:r>
            <a:endParaRPr lang="en-US" sz="4400" dirty="0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633BE68C-AB70-2636-9222-46F89FDFBAA9}"/>
              </a:ext>
            </a:extLst>
          </p:cNvPr>
          <p:cNvSpPr>
            <a:spLocks noGrp="1"/>
          </p:cNvSpPr>
          <p:nvPr>
            <p:ph type="pic" idx="1006" hasCustomPrompt="1"/>
          </p:nvPr>
        </p:nvSpPr>
        <p:spPr>
          <a:xfrm>
            <a:off x="11899160" y="2533650"/>
            <a:ext cx="5666611" cy="70807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46" name="Layout Default Image 1006" descr="Picture Placeholder 44"/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160" y="2533650"/>
            <a:ext cx="5666611" cy="7080739"/>
          </a:xfrm>
          <a:prstGeom prst="roundRect">
            <a:avLst>
              <a:gd name="adj" fmla="val 4167"/>
            </a:avLst>
          </a:prstGeom>
        </p:spPr>
      </p:pic>
      <p:sp>
        <p:nvSpPr>
          <p:cNvPr id="2" name="Shape 9">
            <a:extLst>
              <a:ext uri="{FF2B5EF4-FFF2-40B4-BE49-F238E27FC236}">
                <a16:creationId xmlns:a16="http://schemas.microsoft.com/office/drawing/2014/main" id="{C8910C15-A4D7-C9FB-4191-CF87C64CAE52}"/>
              </a:ext>
            </a:extLst>
          </p:cNvPr>
          <p:cNvSpPr/>
          <p:nvPr/>
        </p:nvSpPr>
        <p:spPr>
          <a:xfrm>
            <a:off x="1450385" y="7500355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AA80935D-1CEA-EAC0-47B5-C11E855C2B53}"/>
              </a:ext>
            </a:extLst>
          </p:cNvPr>
          <p:cNvSpPr/>
          <p:nvPr/>
        </p:nvSpPr>
        <p:spPr>
          <a:xfrm>
            <a:off x="800100" y="4630978"/>
            <a:ext cx="4838700" cy="18288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8A09FE5-DB59-82A4-4E01-E86FE4AA0731}"/>
              </a:ext>
            </a:extLst>
          </p:cNvPr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316778"/>
            <a:ext cx="533400" cy="457200"/>
          </a:xfrm>
          <a:prstGeom prst="rect">
            <a:avLst/>
          </a:prstGeom>
        </p:spPr>
      </p:pic>
      <p:sp>
        <p:nvSpPr>
          <p:cNvPr id="7" name="Text 20">
            <a:extLst>
              <a:ext uri="{FF2B5EF4-FFF2-40B4-BE49-F238E27FC236}">
                <a16:creationId xmlns:a16="http://schemas.microsoft.com/office/drawing/2014/main" id="{B567BF70-457F-8AED-447E-1C9B881CA09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700149" y="4750993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buNone/>
              <a:tabLst/>
              <a:defRPr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#1</a:t>
            </a:r>
          </a:p>
        </p:txBody>
      </p:sp>
      <p:sp>
        <p:nvSpPr>
          <p:cNvPr id="8" name="Shape 21">
            <a:extLst>
              <a:ext uri="{FF2B5EF4-FFF2-40B4-BE49-F238E27FC236}">
                <a16:creationId xmlns:a16="http://schemas.microsoft.com/office/drawing/2014/main" id="{63C860EB-C52D-5ECB-0FAE-22B9CD7FAB4D}"/>
              </a:ext>
            </a:extLst>
          </p:cNvPr>
          <p:cNvSpPr/>
          <p:nvPr/>
        </p:nvSpPr>
        <p:spPr>
          <a:xfrm>
            <a:off x="6030155" y="4630978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DBF4CB4F-9EC1-08DE-4131-33AE89099F37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055" y="5291378"/>
            <a:ext cx="471112" cy="495300"/>
          </a:xfrm>
          <a:prstGeom prst="rect">
            <a:avLst/>
          </a:prstGeom>
        </p:spPr>
      </p:pic>
      <p:sp>
        <p:nvSpPr>
          <p:cNvPr id="10" name="Text 22">
            <a:extLst>
              <a:ext uri="{FF2B5EF4-FFF2-40B4-BE49-F238E27FC236}">
                <a16:creationId xmlns:a16="http://schemas.microsoft.com/office/drawing/2014/main" id="{7EBFD4D8-1EB9-6461-1308-DA385442C91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30204" y="4750993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#2</a:t>
            </a:r>
            <a:r>
              <a:rPr lang="he-IL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12" name="Shape 23">
            <a:extLst>
              <a:ext uri="{FF2B5EF4-FFF2-40B4-BE49-F238E27FC236}">
                <a16:creationId xmlns:a16="http://schemas.microsoft.com/office/drawing/2014/main" id="{10B38295-BDA9-4FE4-321D-2D795ED8FE2E}"/>
              </a:ext>
            </a:extLst>
          </p:cNvPr>
          <p:cNvSpPr/>
          <p:nvPr/>
        </p:nvSpPr>
        <p:spPr>
          <a:xfrm>
            <a:off x="800100" y="6991058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 dirty="0">
              <a:solidFill>
                <a:schemeClr val="bg1"/>
              </a:solidFill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1722D7C0-B743-351E-6DC2-7DB3595D3619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" y="7651458"/>
            <a:ext cx="495300" cy="495300"/>
          </a:xfrm>
          <a:prstGeom prst="rect">
            <a:avLst/>
          </a:prstGeom>
        </p:spPr>
      </p:pic>
      <p:sp>
        <p:nvSpPr>
          <p:cNvPr id="14" name="Text 24">
            <a:extLst>
              <a:ext uri="{FF2B5EF4-FFF2-40B4-BE49-F238E27FC236}">
                <a16:creationId xmlns:a16="http://schemas.microsoft.com/office/drawing/2014/main" id="{75408923-5394-EA8B-036F-B71E47C2C28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700149" y="7111073"/>
            <a:ext cx="3678682" cy="158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#3 </a:t>
            </a:r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92379ADE-E04E-772E-1CF3-2798DC63F0A8}"/>
              </a:ext>
            </a:extLst>
          </p:cNvPr>
          <p:cNvSpPr/>
          <p:nvPr/>
        </p:nvSpPr>
        <p:spPr>
          <a:xfrm>
            <a:off x="6030155" y="6991058"/>
            <a:ext cx="4838700" cy="18288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BBB69663-4BCE-B2DE-300B-58CF856482CD}"/>
              </a:ext>
            </a:extLst>
          </p:cNvPr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055" y="7664158"/>
            <a:ext cx="476250" cy="476250"/>
          </a:xfrm>
          <a:prstGeom prst="rect">
            <a:avLst/>
          </a:prstGeom>
        </p:spPr>
      </p:pic>
      <p:sp>
        <p:nvSpPr>
          <p:cNvPr id="17" name="Text 26">
            <a:extLst>
              <a:ext uri="{FF2B5EF4-FFF2-40B4-BE49-F238E27FC236}">
                <a16:creationId xmlns:a16="http://schemas.microsoft.com/office/drawing/2014/main" id="{E799657D-3B18-36A6-0F22-71C0044E01D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930204" y="7111073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#4 </a:t>
            </a:r>
          </a:p>
        </p:txBody>
      </p:sp>
      <p:grpSp>
        <p:nvGrpSpPr>
          <p:cNvPr id="5" name="Timer">
            <a:extLst>
              <a:ext uri="{FF2B5EF4-FFF2-40B4-BE49-F238E27FC236}">
                <a16:creationId xmlns:a16="http://schemas.microsoft.com/office/drawing/2014/main" id="{CE655C49-2297-5D73-8735-498C4026FA74}"/>
              </a:ext>
            </a:extLst>
          </p:cNvPr>
          <p:cNvGrpSpPr>
            <a:grpSpLocks/>
          </p:cNvGrpSpPr>
          <p:nvPr userDrawn="1"/>
        </p:nvGrpSpPr>
        <p:grpSpPr>
          <a:xfrm>
            <a:off x="785586" y="628650"/>
            <a:ext cx="1504950" cy="1495878"/>
            <a:chOff x="785586" y="628650"/>
            <a:chExt cx="1504950" cy="1495878"/>
          </a:xfrm>
        </p:grpSpPr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B9B7743D-E415-ECE1-4C6D-AA96CF2B2221}"/>
                </a:ext>
              </a:extLst>
            </p:cNvPr>
            <p:cNvSpPr>
              <a:spLocks/>
            </p:cNvSpPr>
            <p:nvPr/>
          </p:nvSpPr>
          <p:spPr>
            <a:xfrm>
              <a:off x="838200" y="628650"/>
              <a:ext cx="1428750" cy="1428750"/>
            </a:xfrm>
            <a:prstGeom prst="ellipse">
              <a:avLst/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1C516295-248C-33BF-8CF3-C877F221D174}"/>
                </a:ext>
              </a:extLst>
            </p:cNvPr>
            <p:cNvSpPr>
              <a:spLocks noGrp="1"/>
            </p:cNvSpPr>
            <p:nvPr/>
          </p:nvSpPr>
          <p:spPr>
            <a:xfrm>
              <a:off x="785586" y="657678"/>
              <a:ext cx="1504950" cy="146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he-IL" sz="4650" b="1" dirty="0">
                  <a:solidFill>
                    <a:srgbClr val="1A0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</a:t>
              </a:r>
              <a:endParaRPr lang="en-US" sz="4650" dirty="0"/>
            </a:p>
          </p:txBody>
        </p:sp>
      </p:grpSp>
      <p:grpSp>
        <p:nvGrpSpPr>
          <p:cNvPr id="19" name="Score">
            <a:extLst>
              <a:ext uri="{FF2B5EF4-FFF2-40B4-BE49-F238E27FC236}">
                <a16:creationId xmlns:a16="http://schemas.microsoft.com/office/drawing/2014/main" id="{29398A1D-C255-66EB-9439-0C06196208A4}"/>
              </a:ext>
            </a:extLst>
          </p:cNvPr>
          <p:cNvGrpSpPr>
            <a:grpSpLocks/>
          </p:cNvGrpSpPr>
          <p:nvPr userDrawn="1"/>
        </p:nvGrpSpPr>
        <p:grpSpPr>
          <a:xfrm>
            <a:off x="15413682" y="609600"/>
            <a:ext cx="2036118" cy="1466850"/>
            <a:chOff x="15413682" y="609600"/>
            <a:chExt cx="2036118" cy="1466850"/>
          </a:xfrm>
        </p:grpSpPr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36599E74-DEF8-26DE-1DD4-4A144815129E}"/>
                </a:ext>
              </a:extLst>
            </p:cNvPr>
            <p:cNvSpPr>
              <a:spLocks/>
            </p:cNvSpPr>
            <p:nvPr/>
          </p:nvSpPr>
          <p:spPr>
            <a:xfrm>
              <a:off x="15413682" y="609600"/>
              <a:ext cx="2036118" cy="1466850"/>
            </a:xfrm>
            <a:prstGeom prst="roundRect">
              <a:avLst>
                <a:gd name="adj" fmla="val 16883"/>
              </a:avLst>
            </a:prstGeom>
            <a:solidFill>
              <a:srgbClr val="000000">
                <a:alpha val="28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73163181-13EC-4358-DA04-C24E3A7FFB06}"/>
                </a:ext>
              </a:extLst>
            </p:cNvPr>
            <p:cNvSpPr>
              <a:spLocks noGrp="1"/>
            </p:cNvSpPr>
            <p:nvPr/>
          </p:nvSpPr>
          <p:spPr>
            <a:xfrm>
              <a:off x="15689943" y="775608"/>
              <a:ext cx="1455057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he-IL" sz="5000" b="1" dirty="0">
                  <a:solidFill>
                    <a:srgbClr val="FFD4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</a:t>
              </a:r>
              <a:endParaRPr lang="en-US" sz="5000" dirty="0"/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4999D8DF-A621-A470-5D04-45336AE223F5}"/>
                </a:ext>
              </a:extLst>
            </p:cNvPr>
            <p:cNvSpPr>
              <a:spLocks noGrp="1"/>
            </p:cNvSpPr>
            <p:nvPr/>
          </p:nvSpPr>
          <p:spPr>
            <a:xfrm>
              <a:off x="15794682" y="1581150"/>
              <a:ext cx="1350318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144" dirty="0">
                  <a:solidFill>
                    <a:srgbClr val="FFFFFF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ANSWERS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75582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1305248" y="3127454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1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23" name="Image 1" descr="preencoded.png"/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260" y="5796740"/>
            <a:ext cx="419989" cy="419989"/>
          </a:xfrm>
          <a:prstGeom prst="rect">
            <a:avLst/>
          </a:prstGeom>
        </p:spPr>
      </p:pic>
      <p:sp>
        <p:nvSpPr>
          <p:cNvPr id="24" name="Text 20"/>
          <p:cNvSpPr>
            <a:spLocks noGrp="1"/>
          </p:cNvSpPr>
          <p:nvPr>
            <p:ph type="body" idx="2" hasCustomPrompt="1"/>
          </p:nvPr>
        </p:nvSpPr>
        <p:spPr>
          <a:xfrm>
            <a:off x="2235268" y="5696791"/>
            <a:ext cx="6482334" cy="620014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indent="0" algn="l" rtl="0">
              <a:buNone/>
              <a:defRPr sz="24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buNone/>
              <a:tabLst/>
              <a:defRPr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</a:rPr>
              <a:t>Answer #1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B2C8AEB6-9B2A-6B98-2181-911DA7519C78}"/>
              </a:ext>
            </a:extLst>
          </p:cNvPr>
          <p:cNvSpPr>
            <a:spLocks noGrp="1"/>
          </p:cNvSpPr>
          <p:nvPr>
            <p:ph type="pic" idx="1003" hasCustomPrompt="1"/>
          </p:nvPr>
        </p:nvSpPr>
        <p:spPr>
          <a:xfrm>
            <a:off x="1539506" y="3315205"/>
            <a:ext cx="7347582" cy="2362536"/>
          </a:xfrm>
          <a:custGeom>
            <a:avLst/>
            <a:gdLst>
              <a:gd name="connsiteX0" fmla="*/ 189295 w 7302255"/>
              <a:gd name="connsiteY0" fmla="*/ 0 h 2435597"/>
              <a:gd name="connsiteX1" fmla="*/ 7112960 w 7302255"/>
              <a:gd name="connsiteY1" fmla="*/ 0 h 2435597"/>
              <a:gd name="connsiteX2" fmla="*/ 7302255 w 7302255"/>
              <a:gd name="connsiteY2" fmla="*/ 189295 h 2435597"/>
              <a:gd name="connsiteX3" fmla="*/ 7302255 w 7302255"/>
              <a:gd name="connsiteY3" fmla="*/ 2246302 h 2435597"/>
              <a:gd name="connsiteX4" fmla="*/ 7112960 w 7302255"/>
              <a:gd name="connsiteY4" fmla="*/ 2435597 h 2435597"/>
              <a:gd name="connsiteX5" fmla="*/ 189295 w 7302255"/>
              <a:gd name="connsiteY5" fmla="*/ 2435597 h 2435597"/>
              <a:gd name="connsiteX6" fmla="*/ 0 w 7302255"/>
              <a:gd name="connsiteY6" fmla="*/ 2246302 h 2435597"/>
              <a:gd name="connsiteX7" fmla="*/ 0 w 7302255"/>
              <a:gd name="connsiteY7" fmla="*/ 189295 h 2435597"/>
              <a:gd name="connsiteX8" fmla="*/ 189295 w 7302255"/>
              <a:gd name="connsiteY8" fmla="*/ 0 h 2435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02255" h="2435597">
                <a:moveTo>
                  <a:pt x="189295" y="0"/>
                </a:moveTo>
                <a:lnTo>
                  <a:pt x="7112960" y="0"/>
                </a:lnTo>
                <a:cubicBezTo>
                  <a:pt x="7217505" y="0"/>
                  <a:pt x="7302255" y="84750"/>
                  <a:pt x="7302255" y="189295"/>
                </a:cubicBezTo>
                <a:lnTo>
                  <a:pt x="7302255" y="2246302"/>
                </a:lnTo>
                <a:cubicBezTo>
                  <a:pt x="7302255" y="2350847"/>
                  <a:pt x="7217505" y="2435597"/>
                  <a:pt x="7112960" y="2435597"/>
                </a:cubicBezTo>
                <a:lnTo>
                  <a:pt x="189295" y="2435597"/>
                </a:lnTo>
                <a:cubicBezTo>
                  <a:pt x="84750" y="2435597"/>
                  <a:pt x="0" y="2350847"/>
                  <a:pt x="0" y="2246302"/>
                </a:cubicBezTo>
                <a:lnTo>
                  <a:pt x="0" y="189295"/>
                </a:lnTo>
                <a:cubicBezTo>
                  <a:pt x="0" y="84750"/>
                  <a:pt x="84750" y="0"/>
                  <a:pt x="1892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85" name="Layout Default Image 1003" descr="Picture Placeholder 68"/>
          <p:cNvPicPr>
            <a:picLocks noGrp="1"/>
          </p:cNvPicPr>
          <p:nvPr/>
        </p:nvPicPr>
        <p:blipFill>
          <a:blip r:embed="rId3"/>
          <a:srcRect l="62"/>
          <a:stretch>
            <a:fillRect/>
          </a:stretch>
        </p:blipFill>
        <p:spPr>
          <a:xfrm>
            <a:off x="1539506" y="3315205"/>
            <a:ext cx="7347582" cy="2362536"/>
          </a:xfrm>
          <a:custGeom>
            <a:avLst/>
            <a:gdLst>
              <a:gd name="connsiteX0" fmla="*/ 189295 w 7302255"/>
              <a:gd name="connsiteY0" fmla="*/ 0 h 2435597"/>
              <a:gd name="connsiteX1" fmla="*/ 7112960 w 7302255"/>
              <a:gd name="connsiteY1" fmla="*/ 0 h 2435597"/>
              <a:gd name="connsiteX2" fmla="*/ 7302255 w 7302255"/>
              <a:gd name="connsiteY2" fmla="*/ 189295 h 2435597"/>
              <a:gd name="connsiteX3" fmla="*/ 7302255 w 7302255"/>
              <a:gd name="connsiteY3" fmla="*/ 2246302 h 2435597"/>
              <a:gd name="connsiteX4" fmla="*/ 7112960 w 7302255"/>
              <a:gd name="connsiteY4" fmla="*/ 2435597 h 2435597"/>
              <a:gd name="connsiteX5" fmla="*/ 189295 w 7302255"/>
              <a:gd name="connsiteY5" fmla="*/ 2435597 h 2435597"/>
              <a:gd name="connsiteX6" fmla="*/ 0 w 7302255"/>
              <a:gd name="connsiteY6" fmla="*/ 2246302 h 2435597"/>
              <a:gd name="connsiteX7" fmla="*/ 0 w 7302255"/>
              <a:gd name="connsiteY7" fmla="*/ 189295 h 2435597"/>
              <a:gd name="connsiteX8" fmla="*/ 189295 w 7302255"/>
              <a:gd name="connsiteY8" fmla="*/ 0 h 2435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02255" h="2435597">
                <a:moveTo>
                  <a:pt x="189295" y="0"/>
                </a:moveTo>
                <a:lnTo>
                  <a:pt x="7112960" y="0"/>
                </a:lnTo>
                <a:cubicBezTo>
                  <a:pt x="7217505" y="0"/>
                  <a:pt x="7302255" y="84750"/>
                  <a:pt x="7302255" y="189295"/>
                </a:cubicBezTo>
                <a:lnTo>
                  <a:pt x="7302255" y="2246302"/>
                </a:lnTo>
                <a:cubicBezTo>
                  <a:pt x="7302255" y="2350847"/>
                  <a:pt x="7217505" y="2435597"/>
                  <a:pt x="7112960" y="2435597"/>
                </a:cubicBezTo>
                <a:lnTo>
                  <a:pt x="189295" y="2435597"/>
                </a:lnTo>
                <a:cubicBezTo>
                  <a:pt x="84750" y="2435597"/>
                  <a:pt x="0" y="2350847"/>
                  <a:pt x="0" y="2246302"/>
                </a:cubicBezTo>
                <a:lnTo>
                  <a:pt x="0" y="189295"/>
                </a:lnTo>
                <a:cubicBezTo>
                  <a:pt x="0" y="84750"/>
                  <a:pt x="84750" y="0"/>
                  <a:pt x="189295" y="0"/>
                </a:cubicBezTo>
                <a:close/>
              </a:path>
            </a:pathLst>
          </a:cu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39A813D7-14F5-F7CE-0137-3497F44E88AC}"/>
              </a:ext>
            </a:extLst>
          </p:cNvPr>
          <p:cNvGrpSpPr/>
          <p:nvPr/>
        </p:nvGrpSpPr>
        <p:grpSpPr>
          <a:xfrm>
            <a:off x="800100" y="609600"/>
            <a:ext cx="16649700" cy="1485900"/>
            <a:chOff x="800100" y="609600"/>
            <a:chExt cx="16649700" cy="1485900"/>
          </a:xfrm>
        </p:grpSpPr>
        <p:sp>
          <p:nvSpPr>
            <p:cNvPr id="13" name="Shape 11"/>
            <p:cNvSpPr/>
            <p:nvPr/>
          </p:nvSpPr>
          <p:spPr>
            <a:xfrm>
              <a:off x="838200" y="628650"/>
              <a:ext cx="1428750" cy="1428750"/>
            </a:xfrm>
            <a:prstGeom prst="ellipse">
              <a:avLst/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 12"/>
            <p:cNvSpPr>
              <a:spLocks noGrp="1"/>
            </p:cNvSpPr>
            <p:nvPr/>
          </p:nvSpPr>
          <p:spPr>
            <a:xfrm>
              <a:off x="800100" y="628650"/>
              <a:ext cx="1504950" cy="146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465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16</a:t>
              </a:r>
              <a:endParaRPr lang="en-US" sz="46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7380833" y="1004887"/>
              <a:ext cx="2918966" cy="676275"/>
            </a:xfrm>
            <a:prstGeom prst="roundRect">
              <a:avLst>
                <a:gd name="adj" fmla="val 50000"/>
              </a:avLst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 14"/>
            <p:cNvSpPr>
              <a:spLocks noGrp="1"/>
            </p:cNvSpPr>
            <p:nvPr/>
          </p:nvSpPr>
          <p:spPr>
            <a:xfrm>
              <a:off x="7714208" y="1147763"/>
              <a:ext cx="2339785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2550" b="1" dirty="0">
                  <a:solidFill>
                    <a:srgbClr val="1A0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Question 2 / 10</a:t>
              </a:r>
              <a:endParaRPr lang="en-US" sz="255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15413682" y="609600"/>
              <a:ext cx="2036118" cy="1466850"/>
            </a:xfrm>
            <a:prstGeom prst="roundRect">
              <a:avLst>
                <a:gd name="adj" fmla="val 16883"/>
              </a:avLst>
            </a:prstGeom>
            <a:solidFill>
              <a:srgbClr val="000000">
                <a:alpha val="28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Text 16"/>
            <p:cNvSpPr>
              <a:spLocks noGrp="1"/>
            </p:cNvSpPr>
            <p:nvPr/>
          </p:nvSpPr>
          <p:spPr>
            <a:xfrm>
              <a:off x="16140559" y="819150"/>
              <a:ext cx="658416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77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50" b="1" dirty="0">
                  <a:solidFill>
                    <a:srgbClr val="FFD4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17</a:t>
              </a:r>
              <a:endParaRPr lang="en-US" sz="5550" dirty="0"/>
            </a:p>
          </p:txBody>
        </p:sp>
        <p:sp>
          <p:nvSpPr>
            <p:cNvPr id="20" name="Text 17"/>
            <p:cNvSpPr>
              <a:spLocks noGrp="1"/>
            </p:cNvSpPr>
            <p:nvPr/>
          </p:nvSpPr>
          <p:spPr>
            <a:xfrm>
              <a:off x="15794682" y="1581150"/>
              <a:ext cx="1350318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144" dirty="0">
                  <a:solidFill>
                    <a:srgbClr val="FFFFFF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ANSWERS</a:t>
              </a:r>
              <a:endParaRPr lang="en-US" sz="1800" dirty="0"/>
            </a:p>
          </p:txBody>
        </p:sp>
      </p:grpSp>
      <p:sp>
        <p:nvSpPr>
          <p:cNvPr id="21" name="Text 18"/>
          <p:cNvSpPr>
            <a:spLocks noGrp="1"/>
          </p:cNvSpPr>
          <p:nvPr>
            <p:ph type="body" idx="8" hasCustomPrompt="1"/>
          </p:nvPr>
        </p:nvSpPr>
        <p:spPr>
          <a:xfrm>
            <a:off x="1305248" y="2263322"/>
            <a:ext cx="15725452" cy="632371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9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algn="ctr">
              <a:buFontTx/>
              <a:buNone/>
              <a:defRPr sz="4200" b="1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goes here</a:t>
            </a:r>
            <a:endParaRPr lang="en-US" sz="4400" dirty="0"/>
          </a:p>
        </p:txBody>
      </p:sp>
      <p:sp>
        <p:nvSpPr>
          <p:cNvPr id="25" name="Shape 21"/>
          <p:cNvSpPr/>
          <p:nvPr/>
        </p:nvSpPr>
        <p:spPr>
          <a:xfrm>
            <a:off x="9258300" y="3127454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92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46C0A54F-7866-5CE8-127C-554DC465C754}"/>
              </a:ext>
            </a:extLst>
          </p:cNvPr>
          <p:cNvSpPr>
            <a:spLocks noGrp="1"/>
          </p:cNvSpPr>
          <p:nvPr>
            <p:ph type="pic" idx="1009" hasCustomPrompt="1"/>
          </p:nvPr>
        </p:nvSpPr>
        <p:spPr>
          <a:xfrm>
            <a:off x="9492909" y="3313444"/>
            <a:ext cx="7342739" cy="2364297"/>
          </a:xfrm>
          <a:custGeom>
            <a:avLst/>
            <a:gdLst>
              <a:gd name="connsiteX0" fmla="*/ 166577 w 7297442"/>
              <a:gd name="connsiteY0" fmla="*/ 0 h 2433792"/>
              <a:gd name="connsiteX1" fmla="*/ 7126052 w 7297442"/>
              <a:gd name="connsiteY1" fmla="*/ 0 h 2433792"/>
              <a:gd name="connsiteX2" fmla="*/ 7146297 w 7297442"/>
              <a:gd name="connsiteY2" fmla="*/ 2041 h 2433792"/>
              <a:gd name="connsiteX3" fmla="*/ 7297442 w 7297442"/>
              <a:gd name="connsiteY3" fmla="*/ 187490 h 2433792"/>
              <a:gd name="connsiteX4" fmla="*/ 7297442 w 7297442"/>
              <a:gd name="connsiteY4" fmla="*/ 2244497 h 2433792"/>
              <a:gd name="connsiteX5" fmla="*/ 7108147 w 7297442"/>
              <a:gd name="connsiteY5" fmla="*/ 2433792 h 2433792"/>
              <a:gd name="connsiteX6" fmla="*/ 184482 w 7297442"/>
              <a:gd name="connsiteY6" fmla="*/ 2433792 h 2433792"/>
              <a:gd name="connsiteX7" fmla="*/ 10063 w 7297442"/>
              <a:gd name="connsiteY7" fmla="*/ 2318180 h 2433792"/>
              <a:gd name="connsiteX8" fmla="*/ 0 w 7297442"/>
              <a:gd name="connsiteY8" fmla="*/ 2268337 h 2433792"/>
              <a:gd name="connsiteX9" fmla="*/ 0 w 7297442"/>
              <a:gd name="connsiteY9" fmla="*/ 163650 h 2433792"/>
              <a:gd name="connsiteX10" fmla="*/ 10063 w 7297442"/>
              <a:gd name="connsiteY10" fmla="*/ 113808 h 2433792"/>
              <a:gd name="connsiteX11" fmla="*/ 146332 w 7297442"/>
              <a:gd name="connsiteY11" fmla="*/ 2041 h 243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97442" h="2433792">
                <a:moveTo>
                  <a:pt x="166577" y="0"/>
                </a:moveTo>
                <a:lnTo>
                  <a:pt x="7126052" y="0"/>
                </a:lnTo>
                <a:lnTo>
                  <a:pt x="7146297" y="2041"/>
                </a:lnTo>
                <a:cubicBezTo>
                  <a:pt x="7232555" y="19692"/>
                  <a:pt x="7297442" y="96013"/>
                  <a:pt x="7297442" y="187490"/>
                </a:cubicBezTo>
                <a:lnTo>
                  <a:pt x="7297442" y="2244497"/>
                </a:lnTo>
                <a:cubicBezTo>
                  <a:pt x="7297442" y="2349042"/>
                  <a:pt x="7212692" y="2433792"/>
                  <a:pt x="7108147" y="2433792"/>
                </a:cubicBezTo>
                <a:lnTo>
                  <a:pt x="184482" y="2433792"/>
                </a:lnTo>
                <a:cubicBezTo>
                  <a:pt x="106073" y="2433792"/>
                  <a:pt x="38799" y="2386120"/>
                  <a:pt x="10063" y="2318180"/>
                </a:cubicBezTo>
                <a:lnTo>
                  <a:pt x="0" y="2268337"/>
                </a:lnTo>
                <a:lnTo>
                  <a:pt x="0" y="163650"/>
                </a:lnTo>
                <a:lnTo>
                  <a:pt x="10063" y="113808"/>
                </a:lnTo>
                <a:cubicBezTo>
                  <a:pt x="34010" y="57191"/>
                  <a:pt x="84719" y="14649"/>
                  <a:pt x="146332" y="20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86" name="Layout Default Image 1009" descr="Picture Placeholder 75"/>
          <p:cNvPicPr>
            <a:picLocks noGrp="1"/>
          </p:cNvPicPr>
          <p:nvPr/>
        </p:nvPicPr>
        <p:blipFill>
          <a:blip r:embed="rId4"/>
          <a:srcRect r="128" b="74"/>
          <a:stretch>
            <a:fillRect/>
          </a:stretch>
        </p:blipFill>
        <p:spPr>
          <a:xfrm>
            <a:off x="9492909" y="3313444"/>
            <a:ext cx="7342739" cy="2364297"/>
          </a:xfrm>
          <a:custGeom>
            <a:avLst/>
            <a:gdLst>
              <a:gd name="connsiteX0" fmla="*/ 166577 w 7297442"/>
              <a:gd name="connsiteY0" fmla="*/ 0 h 2433792"/>
              <a:gd name="connsiteX1" fmla="*/ 7126052 w 7297442"/>
              <a:gd name="connsiteY1" fmla="*/ 0 h 2433792"/>
              <a:gd name="connsiteX2" fmla="*/ 7146297 w 7297442"/>
              <a:gd name="connsiteY2" fmla="*/ 2041 h 2433792"/>
              <a:gd name="connsiteX3" fmla="*/ 7297442 w 7297442"/>
              <a:gd name="connsiteY3" fmla="*/ 187490 h 2433792"/>
              <a:gd name="connsiteX4" fmla="*/ 7297442 w 7297442"/>
              <a:gd name="connsiteY4" fmla="*/ 2244497 h 2433792"/>
              <a:gd name="connsiteX5" fmla="*/ 7108147 w 7297442"/>
              <a:gd name="connsiteY5" fmla="*/ 2433792 h 2433792"/>
              <a:gd name="connsiteX6" fmla="*/ 184482 w 7297442"/>
              <a:gd name="connsiteY6" fmla="*/ 2433792 h 2433792"/>
              <a:gd name="connsiteX7" fmla="*/ 10063 w 7297442"/>
              <a:gd name="connsiteY7" fmla="*/ 2318180 h 2433792"/>
              <a:gd name="connsiteX8" fmla="*/ 0 w 7297442"/>
              <a:gd name="connsiteY8" fmla="*/ 2268337 h 2433792"/>
              <a:gd name="connsiteX9" fmla="*/ 0 w 7297442"/>
              <a:gd name="connsiteY9" fmla="*/ 163650 h 2433792"/>
              <a:gd name="connsiteX10" fmla="*/ 10063 w 7297442"/>
              <a:gd name="connsiteY10" fmla="*/ 113808 h 2433792"/>
              <a:gd name="connsiteX11" fmla="*/ 146332 w 7297442"/>
              <a:gd name="connsiteY11" fmla="*/ 2041 h 243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97442" h="2433792">
                <a:moveTo>
                  <a:pt x="166577" y="0"/>
                </a:moveTo>
                <a:lnTo>
                  <a:pt x="7126052" y="0"/>
                </a:lnTo>
                <a:lnTo>
                  <a:pt x="7146297" y="2041"/>
                </a:lnTo>
                <a:cubicBezTo>
                  <a:pt x="7232555" y="19692"/>
                  <a:pt x="7297442" y="96013"/>
                  <a:pt x="7297442" y="187490"/>
                </a:cubicBezTo>
                <a:lnTo>
                  <a:pt x="7297442" y="2244497"/>
                </a:lnTo>
                <a:cubicBezTo>
                  <a:pt x="7297442" y="2349042"/>
                  <a:pt x="7212692" y="2433792"/>
                  <a:pt x="7108147" y="2433792"/>
                </a:cubicBezTo>
                <a:lnTo>
                  <a:pt x="184482" y="2433792"/>
                </a:lnTo>
                <a:cubicBezTo>
                  <a:pt x="106073" y="2433792"/>
                  <a:pt x="38799" y="2386120"/>
                  <a:pt x="10063" y="2318180"/>
                </a:cubicBezTo>
                <a:lnTo>
                  <a:pt x="0" y="2268337"/>
                </a:lnTo>
                <a:lnTo>
                  <a:pt x="0" y="163650"/>
                </a:lnTo>
                <a:lnTo>
                  <a:pt x="10063" y="113808"/>
                </a:lnTo>
                <a:cubicBezTo>
                  <a:pt x="34010" y="57191"/>
                  <a:pt x="84719" y="14649"/>
                  <a:pt x="146332" y="2041"/>
                </a:cubicBezTo>
                <a:close/>
              </a:path>
            </a:pathLst>
          </a:custGeom>
        </p:spPr>
      </p:pic>
      <p:sp>
        <p:nvSpPr>
          <p:cNvPr id="12" name="Shape 10"/>
          <p:cNvSpPr/>
          <p:nvPr/>
        </p:nvSpPr>
        <p:spPr>
          <a:xfrm>
            <a:off x="16312216" y="6302151"/>
            <a:ext cx="115009" cy="114603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2" descr="preencoded.png"/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312" y="5796741"/>
            <a:ext cx="419989" cy="419989"/>
          </a:xfrm>
          <a:prstGeom prst="rect">
            <a:avLst/>
          </a:prstGeom>
        </p:spPr>
      </p:pic>
      <p:sp>
        <p:nvSpPr>
          <p:cNvPr id="27" name="Text 22"/>
          <p:cNvSpPr>
            <a:spLocks noGrp="1"/>
          </p:cNvSpPr>
          <p:nvPr>
            <p:ph type="body" idx="11" hasCustomPrompt="1"/>
          </p:nvPr>
        </p:nvSpPr>
        <p:spPr>
          <a:xfrm>
            <a:off x="10188321" y="5696791"/>
            <a:ext cx="6482334" cy="620014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indent="0" algn="l" rtl="0">
              <a:buNone/>
              <a:defRPr sz="24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</a:rPr>
              <a:t>Answer #2 </a:t>
            </a:r>
          </a:p>
        </p:txBody>
      </p:sp>
      <p:sp>
        <p:nvSpPr>
          <p:cNvPr id="28" name="Shape 23"/>
          <p:cNvSpPr/>
          <p:nvPr/>
        </p:nvSpPr>
        <p:spPr>
          <a:xfrm>
            <a:off x="1305248" y="6674631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F1C40F">
              <a:alpha val="96000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424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29" name="Image 3" descr="preencoded.png"/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260" y="9343917"/>
            <a:ext cx="419989" cy="419989"/>
          </a:xfrm>
          <a:prstGeom prst="rect">
            <a:avLst/>
          </a:prstGeom>
        </p:spPr>
      </p:pic>
      <p:sp>
        <p:nvSpPr>
          <p:cNvPr id="30" name="Text 24"/>
          <p:cNvSpPr>
            <a:spLocks noGrp="1"/>
          </p:cNvSpPr>
          <p:nvPr>
            <p:ph type="body" idx="13" hasCustomPrompt="1"/>
          </p:nvPr>
        </p:nvSpPr>
        <p:spPr>
          <a:xfrm>
            <a:off x="2235268" y="9243968"/>
            <a:ext cx="6482334" cy="620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indent="0" algn="l" rtl="0">
              <a:buNone/>
              <a:defRPr sz="24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</a:rPr>
              <a:t>Answer #3 </a:t>
            </a:r>
          </a:p>
        </p:txBody>
      </p:sp>
      <p:sp>
        <p:nvSpPr>
          <p:cNvPr id="82" name="Picture Placeholder 81">
            <a:extLst>
              <a:ext uri="{FF2B5EF4-FFF2-40B4-BE49-F238E27FC236}">
                <a16:creationId xmlns:a16="http://schemas.microsoft.com/office/drawing/2014/main" id="{AF263CB1-DD0D-E56C-E21B-6A934B531EEA}"/>
              </a:ext>
            </a:extLst>
          </p:cNvPr>
          <p:cNvSpPr>
            <a:spLocks noGrp="1"/>
          </p:cNvSpPr>
          <p:nvPr>
            <p:ph type="pic" idx="1014" hasCustomPrompt="1"/>
          </p:nvPr>
        </p:nvSpPr>
        <p:spPr>
          <a:xfrm>
            <a:off x="1525780" y="6887044"/>
            <a:ext cx="7332977" cy="2337874"/>
          </a:xfrm>
          <a:custGeom>
            <a:avLst/>
            <a:gdLst>
              <a:gd name="connsiteX0" fmla="*/ 159786 w 7287741"/>
              <a:gd name="connsiteY0" fmla="*/ 0 h 2430669"/>
              <a:gd name="connsiteX1" fmla="*/ 7132337 w 7287741"/>
              <a:gd name="connsiteY1" fmla="*/ 0 h 2430669"/>
              <a:gd name="connsiteX2" fmla="*/ 7146044 w 7287741"/>
              <a:gd name="connsiteY2" fmla="*/ 1382 h 2430669"/>
              <a:gd name="connsiteX3" fmla="*/ 7282313 w 7287741"/>
              <a:gd name="connsiteY3" fmla="*/ 113149 h 2430669"/>
              <a:gd name="connsiteX4" fmla="*/ 7287741 w 7287741"/>
              <a:gd name="connsiteY4" fmla="*/ 140034 h 2430669"/>
              <a:gd name="connsiteX5" fmla="*/ 7287741 w 7287741"/>
              <a:gd name="connsiteY5" fmla="*/ 2290635 h 2430669"/>
              <a:gd name="connsiteX6" fmla="*/ 7282313 w 7287741"/>
              <a:gd name="connsiteY6" fmla="*/ 2317520 h 2430669"/>
              <a:gd name="connsiteX7" fmla="*/ 7146044 w 7287741"/>
              <a:gd name="connsiteY7" fmla="*/ 2429287 h 2430669"/>
              <a:gd name="connsiteX8" fmla="*/ 7132336 w 7287741"/>
              <a:gd name="connsiteY8" fmla="*/ 2430669 h 2430669"/>
              <a:gd name="connsiteX9" fmla="*/ 159787 w 7287741"/>
              <a:gd name="connsiteY9" fmla="*/ 2430669 h 2430669"/>
              <a:gd name="connsiteX10" fmla="*/ 146080 w 7287741"/>
              <a:gd name="connsiteY10" fmla="*/ 2429287 h 2430669"/>
              <a:gd name="connsiteX11" fmla="*/ 9810 w 7287741"/>
              <a:gd name="connsiteY11" fmla="*/ 2317520 h 2430669"/>
              <a:gd name="connsiteX12" fmla="*/ 0 w 7287741"/>
              <a:gd name="connsiteY12" fmla="*/ 2268931 h 2430669"/>
              <a:gd name="connsiteX13" fmla="*/ 0 w 7287741"/>
              <a:gd name="connsiteY13" fmla="*/ 161738 h 2430669"/>
              <a:gd name="connsiteX14" fmla="*/ 9810 w 7287741"/>
              <a:gd name="connsiteY14" fmla="*/ 113149 h 2430669"/>
              <a:gd name="connsiteX15" fmla="*/ 146080 w 7287741"/>
              <a:gd name="connsiteY15" fmla="*/ 1382 h 243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87741" h="2430669">
                <a:moveTo>
                  <a:pt x="159786" y="0"/>
                </a:moveTo>
                <a:lnTo>
                  <a:pt x="7132337" y="0"/>
                </a:lnTo>
                <a:lnTo>
                  <a:pt x="7146044" y="1382"/>
                </a:lnTo>
                <a:cubicBezTo>
                  <a:pt x="7207657" y="13990"/>
                  <a:pt x="7258366" y="56532"/>
                  <a:pt x="7282313" y="113149"/>
                </a:cubicBezTo>
                <a:lnTo>
                  <a:pt x="7287741" y="140034"/>
                </a:lnTo>
                <a:lnTo>
                  <a:pt x="7287741" y="2290635"/>
                </a:lnTo>
                <a:lnTo>
                  <a:pt x="7282313" y="2317520"/>
                </a:lnTo>
                <a:cubicBezTo>
                  <a:pt x="7258366" y="2374138"/>
                  <a:pt x="7207657" y="2416679"/>
                  <a:pt x="7146044" y="2429287"/>
                </a:cubicBezTo>
                <a:lnTo>
                  <a:pt x="7132336" y="2430669"/>
                </a:lnTo>
                <a:lnTo>
                  <a:pt x="159787" y="2430669"/>
                </a:lnTo>
                <a:lnTo>
                  <a:pt x="146080" y="2429287"/>
                </a:lnTo>
                <a:cubicBezTo>
                  <a:pt x="84466" y="2416679"/>
                  <a:pt x="33757" y="2374138"/>
                  <a:pt x="9810" y="2317520"/>
                </a:cubicBezTo>
                <a:lnTo>
                  <a:pt x="0" y="2268931"/>
                </a:lnTo>
                <a:lnTo>
                  <a:pt x="0" y="161738"/>
                </a:lnTo>
                <a:lnTo>
                  <a:pt x="9810" y="113149"/>
                </a:lnTo>
                <a:cubicBezTo>
                  <a:pt x="33757" y="56532"/>
                  <a:pt x="84466" y="13990"/>
                  <a:pt x="146080" y="13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87" name="Layout Default Image 1014" descr="Picture Placeholder 81"/>
          <p:cNvPicPr>
            <a:picLocks noGrp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25780" y="6887044"/>
            <a:ext cx="7332977" cy="2337874"/>
          </a:xfrm>
          <a:custGeom>
            <a:avLst/>
            <a:gdLst>
              <a:gd name="connsiteX0" fmla="*/ 159786 w 7287741"/>
              <a:gd name="connsiteY0" fmla="*/ 0 h 2430669"/>
              <a:gd name="connsiteX1" fmla="*/ 7132337 w 7287741"/>
              <a:gd name="connsiteY1" fmla="*/ 0 h 2430669"/>
              <a:gd name="connsiteX2" fmla="*/ 7146044 w 7287741"/>
              <a:gd name="connsiteY2" fmla="*/ 1382 h 2430669"/>
              <a:gd name="connsiteX3" fmla="*/ 7282313 w 7287741"/>
              <a:gd name="connsiteY3" fmla="*/ 113149 h 2430669"/>
              <a:gd name="connsiteX4" fmla="*/ 7287741 w 7287741"/>
              <a:gd name="connsiteY4" fmla="*/ 140034 h 2430669"/>
              <a:gd name="connsiteX5" fmla="*/ 7287741 w 7287741"/>
              <a:gd name="connsiteY5" fmla="*/ 2290635 h 2430669"/>
              <a:gd name="connsiteX6" fmla="*/ 7282313 w 7287741"/>
              <a:gd name="connsiteY6" fmla="*/ 2317520 h 2430669"/>
              <a:gd name="connsiteX7" fmla="*/ 7146044 w 7287741"/>
              <a:gd name="connsiteY7" fmla="*/ 2429287 h 2430669"/>
              <a:gd name="connsiteX8" fmla="*/ 7132336 w 7287741"/>
              <a:gd name="connsiteY8" fmla="*/ 2430669 h 2430669"/>
              <a:gd name="connsiteX9" fmla="*/ 159787 w 7287741"/>
              <a:gd name="connsiteY9" fmla="*/ 2430669 h 2430669"/>
              <a:gd name="connsiteX10" fmla="*/ 146080 w 7287741"/>
              <a:gd name="connsiteY10" fmla="*/ 2429287 h 2430669"/>
              <a:gd name="connsiteX11" fmla="*/ 9810 w 7287741"/>
              <a:gd name="connsiteY11" fmla="*/ 2317520 h 2430669"/>
              <a:gd name="connsiteX12" fmla="*/ 0 w 7287741"/>
              <a:gd name="connsiteY12" fmla="*/ 2268931 h 2430669"/>
              <a:gd name="connsiteX13" fmla="*/ 0 w 7287741"/>
              <a:gd name="connsiteY13" fmla="*/ 161738 h 2430669"/>
              <a:gd name="connsiteX14" fmla="*/ 9810 w 7287741"/>
              <a:gd name="connsiteY14" fmla="*/ 113149 h 2430669"/>
              <a:gd name="connsiteX15" fmla="*/ 146080 w 7287741"/>
              <a:gd name="connsiteY15" fmla="*/ 1382 h 243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87741" h="2430669">
                <a:moveTo>
                  <a:pt x="159786" y="0"/>
                </a:moveTo>
                <a:lnTo>
                  <a:pt x="7132337" y="0"/>
                </a:lnTo>
                <a:lnTo>
                  <a:pt x="7146044" y="1382"/>
                </a:lnTo>
                <a:cubicBezTo>
                  <a:pt x="7207657" y="13990"/>
                  <a:pt x="7258366" y="56532"/>
                  <a:pt x="7282313" y="113149"/>
                </a:cubicBezTo>
                <a:lnTo>
                  <a:pt x="7287741" y="140034"/>
                </a:lnTo>
                <a:lnTo>
                  <a:pt x="7287741" y="2290635"/>
                </a:lnTo>
                <a:lnTo>
                  <a:pt x="7282313" y="2317520"/>
                </a:lnTo>
                <a:cubicBezTo>
                  <a:pt x="7258366" y="2374138"/>
                  <a:pt x="7207657" y="2416679"/>
                  <a:pt x="7146044" y="2429287"/>
                </a:cubicBezTo>
                <a:lnTo>
                  <a:pt x="7132336" y="2430669"/>
                </a:lnTo>
                <a:lnTo>
                  <a:pt x="159787" y="2430669"/>
                </a:lnTo>
                <a:lnTo>
                  <a:pt x="146080" y="2429287"/>
                </a:lnTo>
                <a:cubicBezTo>
                  <a:pt x="84466" y="2416679"/>
                  <a:pt x="33757" y="2374138"/>
                  <a:pt x="9810" y="2317520"/>
                </a:cubicBezTo>
                <a:lnTo>
                  <a:pt x="0" y="2268931"/>
                </a:lnTo>
                <a:lnTo>
                  <a:pt x="0" y="161738"/>
                </a:lnTo>
                <a:lnTo>
                  <a:pt x="9810" y="113149"/>
                </a:lnTo>
                <a:cubicBezTo>
                  <a:pt x="33757" y="56532"/>
                  <a:pt x="84466" y="13990"/>
                  <a:pt x="146080" y="1382"/>
                </a:cubicBezTo>
                <a:close/>
              </a:path>
            </a:pathLst>
          </a:custGeom>
        </p:spPr>
      </p:pic>
      <p:sp>
        <p:nvSpPr>
          <p:cNvPr id="31" name="Shape 25"/>
          <p:cNvSpPr/>
          <p:nvPr/>
        </p:nvSpPr>
        <p:spPr>
          <a:xfrm>
            <a:off x="9258300" y="6674631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684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sp>
        <p:nvSpPr>
          <p:cNvPr id="80" name="Picture Placeholder 79">
            <a:extLst>
              <a:ext uri="{FF2B5EF4-FFF2-40B4-BE49-F238E27FC236}">
                <a16:creationId xmlns:a16="http://schemas.microsoft.com/office/drawing/2014/main" id="{AB382DB6-A58C-6DF7-1EA4-C03AE00928D1}"/>
              </a:ext>
            </a:extLst>
          </p:cNvPr>
          <p:cNvSpPr>
            <a:spLocks noGrp="1"/>
          </p:cNvSpPr>
          <p:nvPr>
            <p:ph type="pic" idx="1015" hasCustomPrompt="1"/>
          </p:nvPr>
        </p:nvSpPr>
        <p:spPr>
          <a:xfrm>
            <a:off x="9499516" y="6842111"/>
            <a:ext cx="7302255" cy="2382807"/>
          </a:xfrm>
          <a:custGeom>
            <a:avLst/>
            <a:gdLst>
              <a:gd name="connsiteX0" fmla="*/ 189295 w 7302255"/>
              <a:gd name="connsiteY0" fmla="*/ 0 h 2430668"/>
              <a:gd name="connsiteX1" fmla="*/ 7112960 w 7302255"/>
              <a:gd name="connsiteY1" fmla="*/ 0 h 2430668"/>
              <a:gd name="connsiteX2" fmla="*/ 7302255 w 7302255"/>
              <a:gd name="connsiteY2" fmla="*/ 189295 h 2430668"/>
              <a:gd name="connsiteX3" fmla="*/ 7302255 w 7302255"/>
              <a:gd name="connsiteY3" fmla="*/ 2246302 h 2430668"/>
              <a:gd name="connsiteX4" fmla="*/ 7186642 w 7302255"/>
              <a:gd name="connsiteY4" fmla="*/ 2420721 h 2430668"/>
              <a:gd name="connsiteX5" fmla="*/ 7154599 w 7302255"/>
              <a:gd name="connsiteY5" fmla="*/ 2430668 h 2430668"/>
              <a:gd name="connsiteX6" fmla="*/ 147656 w 7302255"/>
              <a:gd name="connsiteY6" fmla="*/ 2430668 h 2430668"/>
              <a:gd name="connsiteX7" fmla="*/ 115613 w 7302255"/>
              <a:gd name="connsiteY7" fmla="*/ 2420721 h 2430668"/>
              <a:gd name="connsiteX8" fmla="*/ 0 w 7302255"/>
              <a:gd name="connsiteY8" fmla="*/ 2246302 h 2430668"/>
              <a:gd name="connsiteX9" fmla="*/ 0 w 7302255"/>
              <a:gd name="connsiteY9" fmla="*/ 189295 h 2430668"/>
              <a:gd name="connsiteX10" fmla="*/ 189295 w 7302255"/>
              <a:gd name="connsiteY10" fmla="*/ 0 h 243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02255" h="2430668">
                <a:moveTo>
                  <a:pt x="189295" y="0"/>
                </a:moveTo>
                <a:lnTo>
                  <a:pt x="7112960" y="0"/>
                </a:lnTo>
                <a:cubicBezTo>
                  <a:pt x="7217505" y="0"/>
                  <a:pt x="7302255" y="84750"/>
                  <a:pt x="7302255" y="189295"/>
                </a:cubicBezTo>
                <a:lnTo>
                  <a:pt x="7302255" y="2246302"/>
                </a:lnTo>
                <a:cubicBezTo>
                  <a:pt x="7302255" y="2324711"/>
                  <a:pt x="7254583" y="2391985"/>
                  <a:pt x="7186642" y="2420721"/>
                </a:cubicBezTo>
                <a:lnTo>
                  <a:pt x="7154599" y="2430668"/>
                </a:lnTo>
                <a:lnTo>
                  <a:pt x="147656" y="2430668"/>
                </a:lnTo>
                <a:lnTo>
                  <a:pt x="115613" y="2420721"/>
                </a:lnTo>
                <a:cubicBezTo>
                  <a:pt x="47672" y="2391985"/>
                  <a:pt x="0" y="2324711"/>
                  <a:pt x="0" y="2246302"/>
                </a:cubicBezTo>
                <a:lnTo>
                  <a:pt x="0" y="189295"/>
                </a:lnTo>
                <a:cubicBezTo>
                  <a:pt x="0" y="84750"/>
                  <a:pt x="84750" y="0"/>
                  <a:pt x="1892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88" name="Layout Default Image 1015" descr="Picture Placeholder 79"/>
          <p:cNvPicPr>
            <a:picLocks noGrp="1"/>
          </p:cNvPicPr>
          <p:nvPr/>
        </p:nvPicPr>
        <p:blipFill>
          <a:blip r:embed="rId8"/>
          <a:srcRect l="62" t="202"/>
          <a:stretch>
            <a:fillRect/>
          </a:stretch>
        </p:blipFill>
        <p:spPr>
          <a:xfrm>
            <a:off x="9499516" y="6842111"/>
            <a:ext cx="7302255" cy="2382807"/>
          </a:xfrm>
          <a:custGeom>
            <a:avLst/>
            <a:gdLst>
              <a:gd name="connsiteX0" fmla="*/ 189295 w 7302255"/>
              <a:gd name="connsiteY0" fmla="*/ 0 h 2430668"/>
              <a:gd name="connsiteX1" fmla="*/ 7112960 w 7302255"/>
              <a:gd name="connsiteY1" fmla="*/ 0 h 2430668"/>
              <a:gd name="connsiteX2" fmla="*/ 7302255 w 7302255"/>
              <a:gd name="connsiteY2" fmla="*/ 189295 h 2430668"/>
              <a:gd name="connsiteX3" fmla="*/ 7302255 w 7302255"/>
              <a:gd name="connsiteY3" fmla="*/ 2246302 h 2430668"/>
              <a:gd name="connsiteX4" fmla="*/ 7186642 w 7302255"/>
              <a:gd name="connsiteY4" fmla="*/ 2420721 h 2430668"/>
              <a:gd name="connsiteX5" fmla="*/ 7154599 w 7302255"/>
              <a:gd name="connsiteY5" fmla="*/ 2430668 h 2430668"/>
              <a:gd name="connsiteX6" fmla="*/ 147656 w 7302255"/>
              <a:gd name="connsiteY6" fmla="*/ 2430668 h 2430668"/>
              <a:gd name="connsiteX7" fmla="*/ 115613 w 7302255"/>
              <a:gd name="connsiteY7" fmla="*/ 2420721 h 2430668"/>
              <a:gd name="connsiteX8" fmla="*/ 0 w 7302255"/>
              <a:gd name="connsiteY8" fmla="*/ 2246302 h 2430668"/>
              <a:gd name="connsiteX9" fmla="*/ 0 w 7302255"/>
              <a:gd name="connsiteY9" fmla="*/ 189295 h 2430668"/>
              <a:gd name="connsiteX10" fmla="*/ 189295 w 7302255"/>
              <a:gd name="connsiteY10" fmla="*/ 0 h 243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02255" h="2430668">
                <a:moveTo>
                  <a:pt x="189295" y="0"/>
                </a:moveTo>
                <a:lnTo>
                  <a:pt x="7112960" y="0"/>
                </a:lnTo>
                <a:cubicBezTo>
                  <a:pt x="7217505" y="0"/>
                  <a:pt x="7302255" y="84750"/>
                  <a:pt x="7302255" y="189295"/>
                </a:cubicBezTo>
                <a:lnTo>
                  <a:pt x="7302255" y="2246302"/>
                </a:lnTo>
                <a:cubicBezTo>
                  <a:pt x="7302255" y="2324711"/>
                  <a:pt x="7254583" y="2391985"/>
                  <a:pt x="7186642" y="2420721"/>
                </a:cubicBezTo>
                <a:lnTo>
                  <a:pt x="7154599" y="2430668"/>
                </a:lnTo>
                <a:lnTo>
                  <a:pt x="147656" y="2430668"/>
                </a:lnTo>
                <a:lnTo>
                  <a:pt x="115613" y="2420721"/>
                </a:lnTo>
                <a:cubicBezTo>
                  <a:pt x="47672" y="2391985"/>
                  <a:pt x="0" y="2324711"/>
                  <a:pt x="0" y="2246302"/>
                </a:cubicBezTo>
                <a:lnTo>
                  <a:pt x="0" y="189295"/>
                </a:lnTo>
                <a:cubicBezTo>
                  <a:pt x="0" y="84750"/>
                  <a:pt x="84750" y="0"/>
                  <a:pt x="189295" y="0"/>
                </a:cubicBezTo>
                <a:close/>
              </a:path>
            </a:pathLst>
          </a:custGeom>
        </p:spPr>
      </p:pic>
      <p:sp>
        <p:nvSpPr>
          <p:cNvPr id="8" name="Shape 6"/>
          <p:cNvSpPr/>
          <p:nvPr/>
        </p:nvSpPr>
        <p:spPr>
          <a:xfrm>
            <a:off x="14097000" y="7585315"/>
            <a:ext cx="1333500" cy="1333250"/>
          </a:xfrm>
          <a:prstGeom prst="roundRect">
            <a:avLst>
              <a:gd name="adj" fmla="val 1571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2" name="Image 4" descr="preencoded.png"/>
          <p:cNvPicPr>
            <a:picLocks noGr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8312" y="9343917"/>
            <a:ext cx="419989" cy="419989"/>
          </a:xfrm>
          <a:prstGeom prst="rect">
            <a:avLst/>
          </a:prstGeom>
        </p:spPr>
      </p:pic>
      <p:sp>
        <p:nvSpPr>
          <p:cNvPr id="33" name="Text 26"/>
          <p:cNvSpPr>
            <a:spLocks noGrp="1"/>
          </p:cNvSpPr>
          <p:nvPr>
            <p:ph type="body" idx="17" hasCustomPrompt="1"/>
          </p:nvPr>
        </p:nvSpPr>
        <p:spPr>
          <a:xfrm>
            <a:off x="10188321" y="9243968"/>
            <a:ext cx="6482334" cy="620014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indent="0" algn="l" rtl="0">
              <a:buNone/>
              <a:defRPr sz="24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</a:rPr>
              <a:t>Answer #4 </a:t>
            </a:r>
          </a:p>
        </p:txBody>
      </p:sp>
    </p:spTree>
    <p:extLst>
      <p:ext uri="{BB962C8B-B14F-4D97-AF65-F5344CB8AC3E}">
        <p14:creationId xmlns:p14="http://schemas.microsoft.com/office/powerpoint/2010/main" val="367412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9">
            <a:extLst>
              <a:ext uri="{FF2B5EF4-FFF2-40B4-BE49-F238E27FC236}">
                <a16:creationId xmlns:a16="http://schemas.microsoft.com/office/drawing/2014/main" id="{4A7A784B-C24F-9B6D-DC2B-31D7839E53D9}"/>
              </a:ext>
            </a:extLst>
          </p:cNvPr>
          <p:cNvSpPr/>
          <p:nvPr/>
        </p:nvSpPr>
        <p:spPr>
          <a:xfrm>
            <a:off x="1221360" y="7337883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68E8F462-A764-5E0D-33A1-07C0C8447ED1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702932" y="3046024"/>
            <a:ext cx="9928013" cy="834974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6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>
            <a:lvl1pPr algn="ctr">
              <a:buFontTx/>
              <a:buNone/>
              <a:defRPr sz="4800" b="1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goes here</a:t>
            </a:r>
            <a:endParaRPr lang="en-US" sz="4800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3EFE4A81-3A61-C49C-E915-1CB26A42841C}"/>
              </a:ext>
            </a:extLst>
          </p:cNvPr>
          <p:cNvSpPr/>
          <p:nvPr/>
        </p:nvSpPr>
        <p:spPr>
          <a:xfrm>
            <a:off x="571075" y="4468506"/>
            <a:ext cx="4838700" cy="18288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F5D7B2E9-6D9B-9204-CE88-929BE5DB8D30}"/>
              </a:ext>
            </a:extLst>
          </p:cNvPr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75" y="5154306"/>
            <a:ext cx="533400" cy="457200"/>
          </a:xfrm>
          <a:prstGeom prst="rect">
            <a:avLst/>
          </a:prstGeom>
        </p:spPr>
      </p:pic>
      <p:sp>
        <p:nvSpPr>
          <p:cNvPr id="18" name="Text 20">
            <a:extLst>
              <a:ext uri="{FF2B5EF4-FFF2-40B4-BE49-F238E27FC236}">
                <a16:creationId xmlns:a16="http://schemas.microsoft.com/office/drawing/2014/main" id="{0B11C632-2EA8-11BC-C111-EA53CE6FAC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471124" y="4588521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buNone/>
              <a:tabLst/>
              <a:defRPr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#1</a:t>
            </a: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2F0AE619-A29A-8D05-C230-30712232BB5C}"/>
              </a:ext>
            </a:extLst>
          </p:cNvPr>
          <p:cNvSpPr/>
          <p:nvPr/>
        </p:nvSpPr>
        <p:spPr>
          <a:xfrm>
            <a:off x="5801130" y="4468506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F6FB8DFD-0A26-4AEB-548A-C5B9C0F41991}"/>
              </a:ext>
            </a:extLst>
          </p:cNvPr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030" y="5128906"/>
            <a:ext cx="471112" cy="495300"/>
          </a:xfrm>
          <a:prstGeom prst="rect">
            <a:avLst/>
          </a:prstGeom>
        </p:spPr>
      </p:pic>
      <p:sp>
        <p:nvSpPr>
          <p:cNvPr id="21" name="Text 22">
            <a:extLst>
              <a:ext uri="{FF2B5EF4-FFF2-40B4-BE49-F238E27FC236}">
                <a16:creationId xmlns:a16="http://schemas.microsoft.com/office/drawing/2014/main" id="{54098B94-239E-9AD4-7F84-9E86D301C7C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701179" y="4588521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</a:rPr>
              <a:t>Answer #2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D4E1DEDF-2D0E-1DD4-7D11-BD232A2DE85D}"/>
              </a:ext>
            </a:extLst>
          </p:cNvPr>
          <p:cNvSpPr/>
          <p:nvPr/>
        </p:nvSpPr>
        <p:spPr>
          <a:xfrm>
            <a:off x="571075" y="6828586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 dirty="0">
              <a:solidFill>
                <a:schemeClr val="bg1"/>
              </a:solidFill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B71D6BE8-4672-AF9A-32DD-C1BFA31DE3E1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75" y="7488986"/>
            <a:ext cx="495300" cy="495300"/>
          </a:xfrm>
          <a:prstGeom prst="rect">
            <a:avLst/>
          </a:prstGeom>
        </p:spPr>
      </p:pic>
      <p:sp>
        <p:nvSpPr>
          <p:cNvPr id="24" name="Text 24">
            <a:extLst>
              <a:ext uri="{FF2B5EF4-FFF2-40B4-BE49-F238E27FC236}">
                <a16:creationId xmlns:a16="http://schemas.microsoft.com/office/drawing/2014/main" id="{D95BB920-DE01-2E62-6642-C5505AE2A2B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471124" y="6948601"/>
            <a:ext cx="3678682" cy="158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#3 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2303547-2F00-623A-6D7F-EBB19899F985}"/>
              </a:ext>
            </a:extLst>
          </p:cNvPr>
          <p:cNvSpPr/>
          <p:nvPr/>
        </p:nvSpPr>
        <p:spPr>
          <a:xfrm>
            <a:off x="5801130" y="6828586"/>
            <a:ext cx="4838700" cy="18288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8FDF2D20-E758-3675-3599-9285FEF5E364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030" y="7501686"/>
            <a:ext cx="476250" cy="476250"/>
          </a:xfrm>
          <a:prstGeom prst="rect">
            <a:avLst/>
          </a:prstGeom>
        </p:spPr>
      </p:pic>
      <p:sp>
        <p:nvSpPr>
          <p:cNvPr id="27" name="Text 26">
            <a:extLst>
              <a:ext uri="{FF2B5EF4-FFF2-40B4-BE49-F238E27FC236}">
                <a16:creationId xmlns:a16="http://schemas.microsoft.com/office/drawing/2014/main" id="{02B6518C-7902-15B4-CC54-345573375CD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701179" y="6948601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#4 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28D45B4-CE74-E305-4608-FC07AE213013}"/>
              </a:ext>
            </a:extLst>
          </p:cNvPr>
          <p:cNvSpPr/>
          <p:nvPr/>
        </p:nvSpPr>
        <p:spPr>
          <a:xfrm>
            <a:off x="11248079" y="609600"/>
            <a:ext cx="2036118" cy="1466850"/>
          </a:xfrm>
          <a:custGeom>
            <a:avLst/>
            <a:gdLst>
              <a:gd name="connsiteX0" fmla="*/ 247648 w 2036118"/>
              <a:gd name="connsiteY0" fmla="*/ 0 h 1466850"/>
              <a:gd name="connsiteX1" fmla="*/ 1788470 w 2036118"/>
              <a:gd name="connsiteY1" fmla="*/ 0 h 1466850"/>
              <a:gd name="connsiteX2" fmla="*/ 2036118 w 2036118"/>
              <a:gd name="connsiteY2" fmla="*/ 247648 h 1466850"/>
              <a:gd name="connsiteX3" fmla="*/ 2036118 w 2036118"/>
              <a:gd name="connsiteY3" fmla="*/ 796474 h 1466850"/>
              <a:gd name="connsiteX4" fmla="*/ 1805547 w 2036118"/>
              <a:gd name="connsiteY4" fmla="*/ 1465129 h 1466850"/>
              <a:gd name="connsiteX5" fmla="*/ 1788470 w 2036118"/>
              <a:gd name="connsiteY5" fmla="*/ 1466850 h 1466850"/>
              <a:gd name="connsiteX6" fmla="*/ 247648 w 2036118"/>
              <a:gd name="connsiteY6" fmla="*/ 1466850 h 1466850"/>
              <a:gd name="connsiteX7" fmla="*/ 0 w 2036118"/>
              <a:gd name="connsiteY7" fmla="*/ 1219202 h 1466850"/>
              <a:gd name="connsiteX8" fmla="*/ 0 w 2036118"/>
              <a:gd name="connsiteY8" fmla="*/ 247648 h 1466850"/>
              <a:gd name="connsiteX9" fmla="*/ 247648 w 2036118"/>
              <a:gd name="connsiteY9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36118" h="1466850">
                <a:moveTo>
                  <a:pt x="247648" y="0"/>
                </a:moveTo>
                <a:lnTo>
                  <a:pt x="1788470" y="0"/>
                </a:lnTo>
                <a:cubicBezTo>
                  <a:pt x="1925242" y="0"/>
                  <a:pt x="2036118" y="110876"/>
                  <a:pt x="2036118" y="247648"/>
                </a:cubicBezTo>
                <a:lnTo>
                  <a:pt x="2036118" y="796474"/>
                </a:lnTo>
                <a:lnTo>
                  <a:pt x="1805547" y="1465129"/>
                </a:lnTo>
                <a:lnTo>
                  <a:pt x="1788470" y="1466850"/>
                </a:lnTo>
                <a:lnTo>
                  <a:pt x="247648" y="1466850"/>
                </a:lnTo>
                <a:cubicBezTo>
                  <a:pt x="110876" y="1466850"/>
                  <a:pt x="0" y="1355974"/>
                  <a:pt x="0" y="1219202"/>
                </a:cubicBezTo>
                <a:lnTo>
                  <a:pt x="0" y="247648"/>
                </a:lnTo>
                <a:cubicBezTo>
                  <a:pt x="0" y="110876"/>
                  <a:pt x="110876" y="0"/>
                  <a:pt x="247648" y="0"/>
                </a:cubicBezTo>
                <a:close/>
              </a:path>
            </a:pathLst>
          </a:custGeom>
          <a:solidFill>
            <a:srgbClr val="000000">
              <a:alpha val="28000"/>
            </a:srgbClr>
          </a:solidFill>
          <a:ln/>
        </p:spPr>
        <p:txBody>
          <a:bodyPr wrap="square">
            <a:noAutofit/>
          </a:bodyPr>
          <a:lstStyle/>
          <a:p>
            <a:endParaRPr lang="LID4096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88ED92AF-762F-BC74-FF58-1CF59930099A}"/>
              </a:ext>
            </a:extLst>
          </p:cNvPr>
          <p:cNvSpPr>
            <a:spLocks noGrp="1"/>
          </p:cNvSpPr>
          <p:nvPr/>
        </p:nvSpPr>
        <p:spPr>
          <a:xfrm>
            <a:off x="11931417" y="819150"/>
            <a:ext cx="65841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55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6DB27B1B-7FED-4CD3-A79D-1DCA9FE411A1}"/>
              </a:ext>
            </a:extLst>
          </p:cNvPr>
          <p:cNvSpPr>
            <a:spLocks noGrp="1"/>
          </p:cNvSpPr>
          <p:nvPr/>
        </p:nvSpPr>
        <p:spPr>
          <a:xfrm>
            <a:off x="11585540" y="1581150"/>
            <a:ext cx="13503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800" dirty="0"/>
          </a:p>
        </p:txBody>
      </p:sp>
      <p:grpSp>
        <p:nvGrpSpPr>
          <p:cNvPr id="3" name="Timer">
            <a:extLst>
              <a:ext uri="{FF2B5EF4-FFF2-40B4-BE49-F238E27FC236}">
                <a16:creationId xmlns:a16="http://schemas.microsoft.com/office/drawing/2014/main" id="{AF17F836-EC43-FE59-4212-C264BCAC74D1}"/>
              </a:ext>
            </a:extLst>
          </p:cNvPr>
          <p:cNvGrpSpPr>
            <a:grpSpLocks/>
          </p:cNvGrpSpPr>
          <p:nvPr userDrawn="1"/>
        </p:nvGrpSpPr>
        <p:grpSpPr>
          <a:xfrm>
            <a:off x="785586" y="628650"/>
            <a:ext cx="1504950" cy="1495878"/>
            <a:chOff x="785586" y="628650"/>
            <a:chExt cx="1504950" cy="1495878"/>
          </a:xfrm>
        </p:grpSpPr>
        <p:sp>
          <p:nvSpPr>
            <p:cNvPr id="4" name="Shape 11">
              <a:extLst>
                <a:ext uri="{FF2B5EF4-FFF2-40B4-BE49-F238E27FC236}">
                  <a16:creationId xmlns:a16="http://schemas.microsoft.com/office/drawing/2014/main" id="{EB4F95A0-B756-2283-6EFA-B4AF2C351037}"/>
                </a:ext>
              </a:extLst>
            </p:cNvPr>
            <p:cNvSpPr>
              <a:spLocks/>
            </p:cNvSpPr>
            <p:nvPr/>
          </p:nvSpPr>
          <p:spPr>
            <a:xfrm>
              <a:off x="838200" y="628650"/>
              <a:ext cx="1428750" cy="1428750"/>
            </a:xfrm>
            <a:prstGeom prst="ellipse">
              <a:avLst/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 12">
              <a:extLst>
                <a:ext uri="{FF2B5EF4-FFF2-40B4-BE49-F238E27FC236}">
                  <a16:creationId xmlns:a16="http://schemas.microsoft.com/office/drawing/2014/main" id="{769630D1-EBD2-E916-14DE-EB4EDBB7D4E4}"/>
                </a:ext>
              </a:extLst>
            </p:cNvPr>
            <p:cNvSpPr>
              <a:spLocks noGrp="1"/>
            </p:cNvSpPr>
            <p:nvPr/>
          </p:nvSpPr>
          <p:spPr>
            <a:xfrm>
              <a:off x="785586" y="657678"/>
              <a:ext cx="1504950" cy="146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he-IL" sz="4650" b="1" dirty="0">
                  <a:solidFill>
                    <a:srgbClr val="1A0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</a:t>
              </a:r>
              <a:endParaRPr lang="en-US" sz="4650" dirty="0"/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D4EC007-2E4D-BD77-54DB-0D9AD0EA7EE9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>
          <a:xfrm>
            <a:off x="10595429" y="0"/>
            <a:ext cx="7692571" cy="10287000"/>
          </a:xfrm>
          <a:custGeom>
            <a:avLst/>
            <a:gdLst>
              <a:gd name="connsiteX0" fmla="*/ 3236685 w 7692571"/>
              <a:gd name="connsiteY0" fmla="*/ 0 h 10261600"/>
              <a:gd name="connsiteX1" fmla="*/ 7692571 w 7692571"/>
              <a:gd name="connsiteY1" fmla="*/ 0 h 10261600"/>
              <a:gd name="connsiteX2" fmla="*/ 7692571 w 7692571"/>
              <a:gd name="connsiteY2" fmla="*/ 10261600 h 10261600"/>
              <a:gd name="connsiteX3" fmla="*/ 0 w 7692571"/>
              <a:gd name="connsiteY3" fmla="*/ 10261600 h 102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92571" h="10261600">
                <a:moveTo>
                  <a:pt x="3236685" y="0"/>
                </a:moveTo>
                <a:lnTo>
                  <a:pt x="7692571" y="0"/>
                </a:lnTo>
                <a:lnTo>
                  <a:pt x="7692571" y="10261600"/>
                </a:lnTo>
                <a:lnTo>
                  <a:pt x="0" y="1026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42" name="Layout Default Image 1001" descr="Picture Placeholder 11"/>
          <p:cNvPicPr>
            <a:picLocks noGrp="1"/>
          </p:cNvPicPr>
          <p:nvPr/>
        </p:nvPicPr>
        <p:blipFill>
          <a:blip r:embed="rId6"/>
          <a:srcRect l="5357" t="15625" b="208"/>
          <a:stretch/>
        </p:blipFill>
        <p:spPr>
          <a:xfrm>
            <a:off x="10595429" y="0"/>
            <a:ext cx="7692571" cy="10287000"/>
          </a:xfrm>
          <a:custGeom>
            <a:avLst/>
            <a:gdLst>
              <a:gd name="connsiteX0" fmla="*/ 3236685 w 7692571"/>
              <a:gd name="connsiteY0" fmla="*/ 0 h 10261600"/>
              <a:gd name="connsiteX1" fmla="*/ 7692571 w 7692571"/>
              <a:gd name="connsiteY1" fmla="*/ 0 h 10261600"/>
              <a:gd name="connsiteX2" fmla="*/ 7692571 w 7692571"/>
              <a:gd name="connsiteY2" fmla="*/ 10261600 h 10261600"/>
              <a:gd name="connsiteX3" fmla="*/ 0 w 7692571"/>
              <a:gd name="connsiteY3" fmla="*/ 10261600 h 102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92571" h="10261600">
                <a:moveTo>
                  <a:pt x="3236685" y="0"/>
                </a:moveTo>
                <a:lnTo>
                  <a:pt x="7692571" y="0"/>
                </a:lnTo>
                <a:lnTo>
                  <a:pt x="7692571" y="10261600"/>
                </a:lnTo>
                <a:lnTo>
                  <a:pt x="0" y="102616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142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8">
            <a:extLst>
              <a:ext uri="{FF2B5EF4-FFF2-40B4-BE49-F238E27FC236}">
                <a16:creationId xmlns:a16="http://schemas.microsoft.com/office/drawing/2014/main" id="{FED54690-7D6A-311A-67C0-88E4BC902D9F}"/>
              </a:ext>
            </a:extLst>
          </p:cNvPr>
          <p:cNvSpPr>
            <a:spLocks noGrp="1"/>
          </p:cNvSpPr>
          <p:nvPr>
            <p:ph type="body" idx="1004" hasCustomPrompt="1"/>
          </p:nvPr>
        </p:nvSpPr>
        <p:spPr>
          <a:xfrm>
            <a:off x="6897688" y="3723872"/>
            <a:ext cx="10136843" cy="834974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6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>
            <a:lvl1pPr algn="ctr">
              <a:buFontTx/>
              <a:buNone/>
              <a:defRPr sz="4800" b="1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goes here</a:t>
            </a:r>
            <a:endParaRPr lang="en-US" sz="4800" dirty="0"/>
          </a:p>
        </p:txBody>
      </p:sp>
      <p:sp>
        <p:nvSpPr>
          <p:cNvPr id="88" name="Shape 23">
            <a:extLst>
              <a:ext uri="{FF2B5EF4-FFF2-40B4-BE49-F238E27FC236}">
                <a16:creationId xmlns:a16="http://schemas.microsoft.com/office/drawing/2014/main" id="{3F595E5C-99BF-6F17-CBC1-B4E4B26C08F9}"/>
              </a:ext>
            </a:extLst>
          </p:cNvPr>
          <p:cNvSpPr/>
          <p:nvPr/>
        </p:nvSpPr>
        <p:spPr>
          <a:xfrm>
            <a:off x="6965777" y="7276406"/>
            <a:ext cx="4838700" cy="18542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pic>
        <p:nvPicPr>
          <p:cNvPr id="89" name="Image 3" descr="preencoded.png">
            <a:extLst>
              <a:ext uri="{FF2B5EF4-FFF2-40B4-BE49-F238E27FC236}">
                <a16:creationId xmlns:a16="http://schemas.microsoft.com/office/drawing/2014/main" id="{22A5B4DA-963A-3117-8952-BCB2CB3629BD}"/>
              </a:ext>
            </a:extLst>
          </p:cNvPr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78" y="7949506"/>
            <a:ext cx="494521" cy="505501"/>
          </a:xfrm>
          <a:prstGeom prst="rect">
            <a:avLst/>
          </a:prstGeom>
        </p:spPr>
      </p:pic>
      <p:sp>
        <p:nvSpPr>
          <p:cNvPr id="90" name="Text 24">
            <a:extLst>
              <a:ext uri="{FF2B5EF4-FFF2-40B4-BE49-F238E27FC236}">
                <a16:creationId xmlns:a16="http://schemas.microsoft.com/office/drawing/2014/main" id="{142A6615-4C10-92CB-39A1-015B5636B254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7865827" y="7396421"/>
            <a:ext cx="3678682" cy="1614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#3 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A6B4FB3B-CDF8-7C1C-D17E-4D0BB1AC16E4}"/>
              </a:ext>
            </a:extLst>
          </p:cNvPr>
          <p:cNvSpPr>
            <a:spLocks noGrp="1"/>
          </p:cNvSpPr>
          <p:nvPr>
            <p:ph type="pic" idx="1003" hasCustomPrompt="1"/>
          </p:nvPr>
        </p:nvSpPr>
        <p:spPr>
          <a:xfrm>
            <a:off x="0" y="0"/>
            <a:ext cx="6897688" cy="10287000"/>
          </a:xfrm>
          <a:custGeom>
            <a:avLst/>
            <a:gdLst>
              <a:gd name="connsiteX0" fmla="*/ 6576 w 6897070"/>
              <a:gd name="connsiteY0" fmla="*/ 0 h 10288588"/>
              <a:gd name="connsiteX1" fmla="*/ 6897070 w 6897070"/>
              <a:gd name="connsiteY1" fmla="*/ 0 h 10288588"/>
              <a:gd name="connsiteX2" fmla="*/ 4215719 w 6897070"/>
              <a:gd name="connsiteY2" fmla="*/ 10261600 h 10288588"/>
              <a:gd name="connsiteX3" fmla="*/ 275522 w 6897070"/>
              <a:gd name="connsiteY3" fmla="*/ 10288588 h 10288588"/>
              <a:gd name="connsiteX4" fmla="*/ 0 w 6897070"/>
              <a:gd name="connsiteY4" fmla="*/ 10288588 h 10288588"/>
              <a:gd name="connsiteX5" fmla="*/ 0 w 6897070"/>
              <a:gd name="connsiteY5" fmla="*/ 2331224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97070" h="10288588">
                <a:moveTo>
                  <a:pt x="6576" y="0"/>
                </a:moveTo>
                <a:lnTo>
                  <a:pt x="6897070" y="0"/>
                </a:lnTo>
                <a:lnTo>
                  <a:pt x="4215719" y="10261600"/>
                </a:lnTo>
                <a:lnTo>
                  <a:pt x="275522" y="10288588"/>
                </a:lnTo>
                <a:lnTo>
                  <a:pt x="0" y="10288588"/>
                </a:lnTo>
                <a:lnTo>
                  <a:pt x="0" y="23312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>
            <a:lvl1pPr algn="ctr">
              <a:buNone/>
              <a:defRPr sz="100">
                <a:solidFill>
                  <a:srgbClr val="FFFFFF">
                    <a:alpha val="0"/>
                  </a:srgbClr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  <a:latin typeface="Arial"/>
              </a:rPr>
              <a:t> </a:t>
            </a:r>
          </a:p>
        </p:txBody>
      </p:sp>
      <p:pic>
        <p:nvPicPr>
          <p:cNvPr id="94" name="Layout Default Image 1003" descr="Picture Placeholder 51"/>
          <p:cNvPicPr>
            <a:picLocks noGrp="1"/>
          </p:cNvPicPr>
          <p:nvPr/>
        </p:nvPicPr>
        <p:blipFill>
          <a:blip r:embed="rId3"/>
          <a:srcRect l="3544" r="9309"/>
          <a:stretch/>
        </p:blipFill>
        <p:spPr>
          <a:xfrm>
            <a:off x="0" y="0"/>
            <a:ext cx="6897688" cy="10287000"/>
          </a:xfrm>
          <a:custGeom>
            <a:avLst/>
            <a:gdLst>
              <a:gd name="connsiteX0" fmla="*/ 6576 w 6897070"/>
              <a:gd name="connsiteY0" fmla="*/ 0 h 10288588"/>
              <a:gd name="connsiteX1" fmla="*/ 6897070 w 6897070"/>
              <a:gd name="connsiteY1" fmla="*/ 0 h 10288588"/>
              <a:gd name="connsiteX2" fmla="*/ 4215719 w 6897070"/>
              <a:gd name="connsiteY2" fmla="*/ 10261600 h 10288588"/>
              <a:gd name="connsiteX3" fmla="*/ 275522 w 6897070"/>
              <a:gd name="connsiteY3" fmla="*/ 10288588 h 10288588"/>
              <a:gd name="connsiteX4" fmla="*/ 0 w 6897070"/>
              <a:gd name="connsiteY4" fmla="*/ 10288588 h 10288588"/>
              <a:gd name="connsiteX5" fmla="*/ 0 w 6897070"/>
              <a:gd name="connsiteY5" fmla="*/ 2331224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97070" h="10288588">
                <a:moveTo>
                  <a:pt x="6576" y="0"/>
                </a:moveTo>
                <a:lnTo>
                  <a:pt x="6897070" y="0"/>
                </a:lnTo>
                <a:lnTo>
                  <a:pt x="4215719" y="10261600"/>
                </a:lnTo>
                <a:lnTo>
                  <a:pt x="275522" y="10288588"/>
                </a:lnTo>
                <a:lnTo>
                  <a:pt x="0" y="10288588"/>
                </a:lnTo>
                <a:lnTo>
                  <a:pt x="0" y="2331224"/>
                </a:lnTo>
                <a:close/>
              </a:path>
            </a:pathLst>
          </a:custGeom>
        </p:spPr>
      </p:pic>
      <p:sp>
        <p:nvSpPr>
          <p:cNvPr id="82" name="Shape 19">
            <a:extLst>
              <a:ext uri="{FF2B5EF4-FFF2-40B4-BE49-F238E27FC236}">
                <a16:creationId xmlns:a16="http://schemas.microsoft.com/office/drawing/2014/main" id="{BF47AAC8-D82E-939D-CB67-CD44CDA2AF26}"/>
              </a:ext>
            </a:extLst>
          </p:cNvPr>
          <p:cNvSpPr/>
          <p:nvPr/>
        </p:nvSpPr>
        <p:spPr>
          <a:xfrm>
            <a:off x="6965777" y="4916326"/>
            <a:ext cx="4838700" cy="1854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83" name="Image 1" descr="preencoded.png">
            <a:extLst>
              <a:ext uri="{FF2B5EF4-FFF2-40B4-BE49-F238E27FC236}">
                <a16:creationId xmlns:a16="http://schemas.microsoft.com/office/drawing/2014/main" id="{A5DF6B70-A24E-8151-BA9B-399A07B2EA63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577" y="5614826"/>
            <a:ext cx="532561" cy="466616"/>
          </a:xfrm>
          <a:prstGeom prst="rect">
            <a:avLst/>
          </a:prstGeom>
        </p:spPr>
      </p:pic>
      <p:sp>
        <p:nvSpPr>
          <p:cNvPr id="84" name="Text 20">
            <a:extLst>
              <a:ext uri="{FF2B5EF4-FFF2-40B4-BE49-F238E27FC236}">
                <a16:creationId xmlns:a16="http://schemas.microsoft.com/office/drawing/2014/main" id="{CFFC6B50-1248-53CD-ECCD-96954E768D98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865826" y="5036341"/>
            <a:ext cx="3678682" cy="16141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#1</a:t>
            </a:r>
          </a:p>
        </p:txBody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8E5A60FC-9E0F-DFB7-B7BF-8D53475F6EA2}"/>
              </a:ext>
            </a:extLst>
          </p:cNvPr>
          <p:cNvSpPr/>
          <p:nvPr/>
        </p:nvSpPr>
        <p:spPr>
          <a:xfrm>
            <a:off x="12195832" y="4916326"/>
            <a:ext cx="4838700" cy="18542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86" name="Image 2" descr="preencoded.png">
            <a:extLst>
              <a:ext uri="{FF2B5EF4-FFF2-40B4-BE49-F238E27FC236}">
                <a16:creationId xmlns:a16="http://schemas.microsoft.com/office/drawing/2014/main" id="{377A73F1-0995-D9B9-5CE4-FB3FD922521A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1732" y="5589426"/>
            <a:ext cx="470371" cy="512520"/>
          </a:xfrm>
          <a:prstGeom prst="rect">
            <a:avLst/>
          </a:prstGeom>
        </p:spPr>
      </p:pic>
      <p:sp>
        <p:nvSpPr>
          <p:cNvPr id="87" name="Text 22">
            <a:extLst>
              <a:ext uri="{FF2B5EF4-FFF2-40B4-BE49-F238E27FC236}">
                <a16:creationId xmlns:a16="http://schemas.microsoft.com/office/drawing/2014/main" id="{BAF0CA12-65BB-9825-79B6-3615F424100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095881" y="5036341"/>
            <a:ext cx="3678682" cy="16141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#2 </a:t>
            </a:r>
          </a:p>
        </p:txBody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5ACB253D-A919-FC7C-45FD-C44B847A0B4D}"/>
              </a:ext>
            </a:extLst>
          </p:cNvPr>
          <p:cNvSpPr/>
          <p:nvPr/>
        </p:nvSpPr>
        <p:spPr>
          <a:xfrm>
            <a:off x="12195832" y="7276406"/>
            <a:ext cx="4838700" cy="18542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92" name="Image 4" descr="preencoded.png">
            <a:extLst>
              <a:ext uri="{FF2B5EF4-FFF2-40B4-BE49-F238E27FC236}">
                <a16:creationId xmlns:a16="http://schemas.microsoft.com/office/drawing/2014/main" id="{4D218C8E-4E00-44E5-68D9-1BB21001A89A}"/>
              </a:ext>
            </a:extLst>
          </p:cNvPr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1732" y="7962207"/>
            <a:ext cx="475501" cy="475417"/>
          </a:xfrm>
          <a:prstGeom prst="rect">
            <a:avLst/>
          </a:prstGeom>
        </p:spPr>
      </p:pic>
      <p:sp>
        <p:nvSpPr>
          <p:cNvPr id="93" name="Text 26">
            <a:extLst>
              <a:ext uri="{FF2B5EF4-FFF2-40B4-BE49-F238E27FC236}">
                <a16:creationId xmlns:a16="http://schemas.microsoft.com/office/drawing/2014/main" id="{C17F55C9-A07A-F3EB-CF84-D1D33A27D1B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095881" y="7396422"/>
            <a:ext cx="3678682" cy="16141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  <a:defRPr sz="2800" b="1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 marL="0" indent="0" algn="l" rt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Answer #4 </a:t>
            </a:r>
          </a:p>
        </p:txBody>
      </p:sp>
      <p:grpSp>
        <p:nvGrpSpPr>
          <p:cNvPr id="5" name="Timer">
            <a:extLst>
              <a:ext uri="{FF2B5EF4-FFF2-40B4-BE49-F238E27FC236}">
                <a16:creationId xmlns:a16="http://schemas.microsoft.com/office/drawing/2014/main" id="{D1B43719-C787-2699-9CC8-B025D7B97223}"/>
              </a:ext>
            </a:extLst>
          </p:cNvPr>
          <p:cNvGrpSpPr>
            <a:grpSpLocks/>
          </p:cNvGrpSpPr>
          <p:nvPr userDrawn="1"/>
        </p:nvGrpSpPr>
        <p:grpSpPr>
          <a:xfrm>
            <a:off x="785586" y="628650"/>
            <a:ext cx="1504950" cy="1495878"/>
            <a:chOff x="785586" y="628650"/>
            <a:chExt cx="1504950" cy="1495878"/>
          </a:xfrm>
        </p:grpSpPr>
        <p:sp>
          <p:nvSpPr>
            <p:cNvPr id="6" name="Shape 11">
              <a:extLst>
                <a:ext uri="{FF2B5EF4-FFF2-40B4-BE49-F238E27FC236}">
                  <a16:creationId xmlns:a16="http://schemas.microsoft.com/office/drawing/2014/main" id="{6FA2F52C-EFC3-EE76-B194-49AA9CF3BC50}"/>
                </a:ext>
              </a:extLst>
            </p:cNvPr>
            <p:cNvSpPr>
              <a:spLocks/>
            </p:cNvSpPr>
            <p:nvPr/>
          </p:nvSpPr>
          <p:spPr>
            <a:xfrm>
              <a:off x="838200" y="628650"/>
              <a:ext cx="1428750" cy="1428750"/>
            </a:xfrm>
            <a:prstGeom prst="ellipse">
              <a:avLst/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7" name="Text 12">
              <a:extLst>
                <a:ext uri="{FF2B5EF4-FFF2-40B4-BE49-F238E27FC236}">
                  <a16:creationId xmlns:a16="http://schemas.microsoft.com/office/drawing/2014/main" id="{096172E3-5B53-B701-F4CA-31C2735856C3}"/>
                </a:ext>
              </a:extLst>
            </p:cNvPr>
            <p:cNvSpPr>
              <a:spLocks noGrp="1"/>
            </p:cNvSpPr>
            <p:nvPr/>
          </p:nvSpPr>
          <p:spPr>
            <a:xfrm>
              <a:off x="785586" y="657678"/>
              <a:ext cx="1504950" cy="146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he-IL" sz="4650" b="1" dirty="0">
                  <a:solidFill>
                    <a:srgbClr val="1A0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</a:t>
              </a:r>
              <a:endParaRPr lang="en-US" sz="4650" dirty="0"/>
            </a:p>
          </p:txBody>
        </p:sp>
      </p:grpSp>
      <p:grpSp>
        <p:nvGrpSpPr>
          <p:cNvPr id="8" name="Score">
            <a:extLst>
              <a:ext uri="{FF2B5EF4-FFF2-40B4-BE49-F238E27FC236}">
                <a16:creationId xmlns:a16="http://schemas.microsoft.com/office/drawing/2014/main" id="{091856C3-F3F9-D2E0-E63A-A3C49EB3AA42}"/>
              </a:ext>
            </a:extLst>
          </p:cNvPr>
          <p:cNvGrpSpPr>
            <a:grpSpLocks/>
          </p:cNvGrpSpPr>
          <p:nvPr userDrawn="1"/>
        </p:nvGrpSpPr>
        <p:grpSpPr>
          <a:xfrm>
            <a:off x="15413682" y="609600"/>
            <a:ext cx="2036118" cy="1466850"/>
            <a:chOff x="15413682" y="609600"/>
            <a:chExt cx="2036118" cy="1466850"/>
          </a:xfrm>
        </p:grpSpPr>
        <p:sp>
          <p:nvSpPr>
            <p:cNvPr id="9" name="Shape 15">
              <a:extLst>
                <a:ext uri="{FF2B5EF4-FFF2-40B4-BE49-F238E27FC236}">
                  <a16:creationId xmlns:a16="http://schemas.microsoft.com/office/drawing/2014/main" id="{D6FF521F-0EFF-833D-3837-D46183445B1F}"/>
                </a:ext>
              </a:extLst>
            </p:cNvPr>
            <p:cNvSpPr>
              <a:spLocks/>
            </p:cNvSpPr>
            <p:nvPr/>
          </p:nvSpPr>
          <p:spPr>
            <a:xfrm>
              <a:off x="15413682" y="609600"/>
              <a:ext cx="2036118" cy="1466850"/>
            </a:xfrm>
            <a:prstGeom prst="roundRect">
              <a:avLst>
                <a:gd name="adj" fmla="val 16883"/>
              </a:avLst>
            </a:prstGeom>
            <a:solidFill>
              <a:srgbClr val="000000">
                <a:alpha val="28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AB4186B4-3E87-AC29-1076-F508E567135C}"/>
                </a:ext>
              </a:extLst>
            </p:cNvPr>
            <p:cNvSpPr>
              <a:spLocks noGrp="1"/>
            </p:cNvSpPr>
            <p:nvPr/>
          </p:nvSpPr>
          <p:spPr>
            <a:xfrm>
              <a:off x="15689943" y="775608"/>
              <a:ext cx="1455057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he-IL" sz="5000" b="1" dirty="0">
                  <a:solidFill>
                    <a:srgbClr val="FFD4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</a:t>
              </a:r>
              <a:endParaRPr lang="en-US" sz="5000" dirty="0"/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1C8F0D66-4F14-5D6B-10BB-0F7E240DC6FF}"/>
                </a:ext>
              </a:extLst>
            </p:cNvPr>
            <p:cNvSpPr>
              <a:spLocks noGrp="1"/>
            </p:cNvSpPr>
            <p:nvPr/>
          </p:nvSpPr>
          <p:spPr>
            <a:xfrm>
              <a:off x="15794682" y="1581150"/>
              <a:ext cx="1350318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144" dirty="0">
                  <a:solidFill>
                    <a:srgbClr val="FFFFFF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ANSWERS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878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1219200" y="7175498"/>
            <a:ext cx="3633788" cy="3387869"/>
          </a:xfrm>
          <a:prstGeom prst="roundRect">
            <a:avLst>
              <a:gd name="adj" fmla="val 6391"/>
            </a:avLst>
          </a:prstGeom>
          <a:solidFill>
            <a:srgbClr val="E74C3C">
              <a:alpha val="40000"/>
            </a:srgbClr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589026" y="609600"/>
            <a:ext cx="171099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kern="0" spc="315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QUESTION #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89026" y="1047750"/>
            <a:ext cx="17109948" cy="592782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here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857946" y="6305550"/>
            <a:ext cx="432346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23" y="9320213"/>
            <a:ext cx="381000" cy="3238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410123" y="9286875"/>
            <a:ext cx="18613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1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6271617" y="2505075"/>
            <a:ext cx="1672679" cy="581025"/>
          </a:xfrm>
          <a:prstGeom prst="roundRect">
            <a:avLst>
              <a:gd name="adj" fmla="val 50000"/>
            </a:avLst>
          </a:prstGeom>
          <a:solidFill>
            <a:srgbClr val="B6FF3C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6528792" y="2628900"/>
            <a:ext cx="12345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6819007" y="3257550"/>
            <a:ext cx="654248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2" name="Shape 19"/>
          <p:cNvSpPr/>
          <p:nvPr/>
        </p:nvSpPr>
        <p:spPr>
          <a:xfrm>
            <a:off x="5291138" y="4132574"/>
            <a:ext cx="3633788" cy="6430793"/>
          </a:xfrm>
          <a:prstGeom prst="roundRect">
            <a:avLst>
              <a:gd name="adj" fmla="val 5242"/>
            </a:avLst>
          </a:prstGeom>
          <a:solidFill>
            <a:srgbClr val="3498DB"/>
          </a:solidFill>
          <a:ln w="47625">
            <a:solidFill>
              <a:srgbClr val="1A0A2E"/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33788"/>
                      <a:gd name="connsiteY0" fmla="*/ 190483 h 4944751"/>
                      <a:gd name="connsiteX1" fmla="*/ 190483 w 3633788"/>
                      <a:gd name="connsiteY1" fmla="*/ 0 h 4944751"/>
                      <a:gd name="connsiteX2" fmla="*/ 797676 w 3633788"/>
                      <a:gd name="connsiteY2" fmla="*/ 0 h 4944751"/>
                      <a:gd name="connsiteX3" fmla="*/ 1274757 w 3633788"/>
                      <a:gd name="connsiteY3" fmla="*/ 0 h 4944751"/>
                      <a:gd name="connsiteX4" fmla="*/ 1719309 w 3633788"/>
                      <a:gd name="connsiteY4" fmla="*/ 0 h 4944751"/>
                      <a:gd name="connsiteX5" fmla="*/ 2196390 w 3633788"/>
                      <a:gd name="connsiteY5" fmla="*/ 0 h 4944751"/>
                      <a:gd name="connsiteX6" fmla="*/ 2705999 w 3633788"/>
                      <a:gd name="connsiteY6" fmla="*/ 0 h 4944751"/>
                      <a:gd name="connsiteX7" fmla="*/ 3443305 w 3633788"/>
                      <a:gd name="connsiteY7" fmla="*/ 0 h 4944751"/>
                      <a:gd name="connsiteX8" fmla="*/ 3633788 w 3633788"/>
                      <a:gd name="connsiteY8" fmla="*/ 190483 h 4944751"/>
                      <a:gd name="connsiteX9" fmla="*/ 3633788 w 3633788"/>
                      <a:gd name="connsiteY9" fmla="*/ 852232 h 4944751"/>
                      <a:gd name="connsiteX10" fmla="*/ 3633788 w 3633788"/>
                      <a:gd name="connsiteY10" fmla="*/ 1513981 h 4944751"/>
                      <a:gd name="connsiteX11" fmla="*/ 3633788 w 3633788"/>
                      <a:gd name="connsiteY11" fmla="*/ 2130092 h 4944751"/>
                      <a:gd name="connsiteX12" fmla="*/ 3633788 w 3633788"/>
                      <a:gd name="connsiteY12" fmla="*/ 2654927 h 4944751"/>
                      <a:gd name="connsiteX13" fmla="*/ 3633788 w 3633788"/>
                      <a:gd name="connsiteY13" fmla="*/ 3271038 h 4944751"/>
                      <a:gd name="connsiteX14" fmla="*/ 3633788 w 3633788"/>
                      <a:gd name="connsiteY14" fmla="*/ 3750235 h 4944751"/>
                      <a:gd name="connsiteX15" fmla="*/ 3633788 w 3633788"/>
                      <a:gd name="connsiteY15" fmla="*/ 4754268 h 4944751"/>
                      <a:gd name="connsiteX16" fmla="*/ 3443305 w 3633788"/>
                      <a:gd name="connsiteY16" fmla="*/ 4944751 h 4944751"/>
                      <a:gd name="connsiteX17" fmla="*/ 2868640 w 3633788"/>
                      <a:gd name="connsiteY17" fmla="*/ 4944751 h 4944751"/>
                      <a:gd name="connsiteX18" fmla="*/ 2261446 w 3633788"/>
                      <a:gd name="connsiteY18" fmla="*/ 4944751 h 4944751"/>
                      <a:gd name="connsiteX19" fmla="*/ 1751838 w 3633788"/>
                      <a:gd name="connsiteY19" fmla="*/ 4944751 h 4944751"/>
                      <a:gd name="connsiteX20" fmla="*/ 1274757 w 3633788"/>
                      <a:gd name="connsiteY20" fmla="*/ 4944751 h 4944751"/>
                      <a:gd name="connsiteX21" fmla="*/ 732620 w 3633788"/>
                      <a:gd name="connsiteY21" fmla="*/ 4944751 h 4944751"/>
                      <a:gd name="connsiteX22" fmla="*/ 190483 w 3633788"/>
                      <a:gd name="connsiteY22" fmla="*/ 4944751 h 4944751"/>
                      <a:gd name="connsiteX23" fmla="*/ 0 w 3633788"/>
                      <a:gd name="connsiteY23" fmla="*/ 4754268 h 4944751"/>
                      <a:gd name="connsiteX24" fmla="*/ 0 w 3633788"/>
                      <a:gd name="connsiteY24" fmla="*/ 4320708 h 4944751"/>
                      <a:gd name="connsiteX25" fmla="*/ 0 w 3633788"/>
                      <a:gd name="connsiteY25" fmla="*/ 3704597 h 4944751"/>
                      <a:gd name="connsiteX26" fmla="*/ 0 w 3633788"/>
                      <a:gd name="connsiteY26" fmla="*/ 3225400 h 4944751"/>
                      <a:gd name="connsiteX27" fmla="*/ 0 w 3633788"/>
                      <a:gd name="connsiteY27" fmla="*/ 2609289 h 4944751"/>
                      <a:gd name="connsiteX28" fmla="*/ 0 w 3633788"/>
                      <a:gd name="connsiteY28" fmla="*/ 2084454 h 4944751"/>
                      <a:gd name="connsiteX29" fmla="*/ 0 w 3633788"/>
                      <a:gd name="connsiteY29" fmla="*/ 1605256 h 4944751"/>
                      <a:gd name="connsiteX30" fmla="*/ 0 w 3633788"/>
                      <a:gd name="connsiteY30" fmla="*/ 1171697 h 4944751"/>
                      <a:gd name="connsiteX31" fmla="*/ 0 w 3633788"/>
                      <a:gd name="connsiteY31" fmla="*/ 692499 h 4944751"/>
                      <a:gd name="connsiteX32" fmla="*/ 0 w 3633788"/>
                      <a:gd name="connsiteY32" fmla="*/ 190483 h 49447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3633788" h="4944751" fill="none" extrusionOk="0">
                        <a:moveTo>
                          <a:pt x="0" y="190483"/>
                        </a:moveTo>
                        <a:cubicBezTo>
                          <a:pt x="-18177" y="95474"/>
                          <a:pt x="94825" y="25857"/>
                          <a:pt x="190483" y="0"/>
                        </a:cubicBezTo>
                        <a:cubicBezTo>
                          <a:pt x="428238" y="-974"/>
                          <a:pt x="567143" y="35625"/>
                          <a:pt x="797676" y="0"/>
                        </a:cubicBezTo>
                        <a:cubicBezTo>
                          <a:pt x="1028209" y="-35625"/>
                          <a:pt x="1111606" y="18477"/>
                          <a:pt x="1274757" y="0"/>
                        </a:cubicBezTo>
                        <a:cubicBezTo>
                          <a:pt x="1437908" y="-18477"/>
                          <a:pt x="1539656" y="20796"/>
                          <a:pt x="1719309" y="0"/>
                        </a:cubicBezTo>
                        <a:cubicBezTo>
                          <a:pt x="1898962" y="-20796"/>
                          <a:pt x="2067602" y="1496"/>
                          <a:pt x="2196390" y="0"/>
                        </a:cubicBezTo>
                        <a:cubicBezTo>
                          <a:pt x="2325178" y="-1496"/>
                          <a:pt x="2568059" y="54347"/>
                          <a:pt x="2705999" y="0"/>
                        </a:cubicBezTo>
                        <a:cubicBezTo>
                          <a:pt x="2843939" y="-54347"/>
                          <a:pt x="3176802" y="64487"/>
                          <a:pt x="3443305" y="0"/>
                        </a:cubicBezTo>
                        <a:cubicBezTo>
                          <a:pt x="3534022" y="14378"/>
                          <a:pt x="3652358" y="89450"/>
                          <a:pt x="3633788" y="190483"/>
                        </a:cubicBezTo>
                        <a:cubicBezTo>
                          <a:pt x="3691120" y="345624"/>
                          <a:pt x="3570575" y="565081"/>
                          <a:pt x="3633788" y="852232"/>
                        </a:cubicBezTo>
                        <a:cubicBezTo>
                          <a:pt x="3697001" y="1139383"/>
                          <a:pt x="3574188" y="1271546"/>
                          <a:pt x="3633788" y="1513981"/>
                        </a:cubicBezTo>
                        <a:cubicBezTo>
                          <a:pt x="3693388" y="1756416"/>
                          <a:pt x="3626186" y="1882138"/>
                          <a:pt x="3633788" y="2130092"/>
                        </a:cubicBezTo>
                        <a:cubicBezTo>
                          <a:pt x="3641390" y="2378046"/>
                          <a:pt x="3591742" y="2529849"/>
                          <a:pt x="3633788" y="2654927"/>
                        </a:cubicBezTo>
                        <a:cubicBezTo>
                          <a:pt x="3675834" y="2780006"/>
                          <a:pt x="3629962" y="3058920"/>
                          <a:pt x="3633788" y="3271038"/>
                        </a:cubicBezTo>
                        <a:cubicBezTo>
                          <a:pt x="3637614" y="3483156"/>
                          <a:pt x="3591731" y="3654170"/>
                          <a:pt x="3633788" y="3750235"/>
                        </a:cubicBezTo>
                        <a:cubicBezTo>
                          <a:pt x="3675845" y="3846300"/>
                          <a:pt x="3522952" y="4403761"/>
                          <a:pt x="3633788" y="4754268"/>
                        </a:cubicBezTo>
                        <a:cubicBezTo>
                          <a:pt x="3660363" y="4868585"/>
                          <a:pt x="3537681" y="4923268"/>
                          <a:pt x="3443305" y="4944751"/>
                        </a:cubicBezTo>
                        <a:cubicBezTo>
                          <a:pt x="3281471" y="4992060"/>
                          <a:pt x="3146126" y="4911473"/>
                          <a:pt x="2868640" y="4944751"/>
                        </a:cubicBezTo>
                        <a:cubicBezTo>
                          <a:pt x="2591155" y="4978029"/>
                          <a:pt x="2483631" y="4878578"/>
                          <a:pt x="2261446" y="4944751"/>
                        </a:cubicBezTo>
                        <a:cubicBezTo>
                          <a:pt x="2039261" y="5010924"/>
                          <a:pt x="1879618" y="4898719"/>
                          <a:pt x="1751838" y="4944751"/>
                        </a:cubicBezTo>
                        <a:cubicBezTo>
                          <a:pt x="1624058" y="4990783"/>
                          <a:pt x="1451784" y="4929455"/>
                          <a:pt x="1274757" y="4944751"/>
                        </a:cubicBezTo>
                        <a:cubicBezTo>
                          <a:pt x="1097730" y="4960047"/>
                          <a:pt x="895758" y="4887747"/>
                          <a:pt x="732620" y="4944751"/>
                        </a:cubicBezTo>
                        <a:cubicBezTo>
                          <a:pt x="569482" y="5001755"/>
                          <a:pt x="403604" y="4886837"/>
                          <a:pt x="190483" y="4944751"/>
                        </a:cubicBezTo>
                        <a:cubicBezTo>
                          <a:pt x="101580" y="4931351"/>
                          <a:pt x="513" y="4844520"/>
                          <a:pt x="0" y="4754268"/>
                        </a:cubicBezTo>
                        <a:cubicBezTo>
                          <a:pt x="-9554" y="4595577"/>
                          <a:pt x="5710" y="4420444"/>
                          <a:pt x="0" y="4320708"/>
                        </a:cubicBezTo>
                        <a:cubicBezTo>
                          <a:pt x="-5710" y="4220972"/>
                          <a:pt x="65967" y="3923344"/>
                          <a:pt x="0" y="3704597"/>
                        </a:cubicBezTo>
                        <a:cubicBezTo>
                          <a:pt x="-65967" y="3485850"/>
                          <a:pt x="16660" y="3393972"/>
                          <a:pt x="0" y="3225400"/>
                        </a:cubicBezTo>
                        <a:cubicBezTo>
                          <a:pt x="-16660" y="3056828"/>
                          <a:pt x="31179" y="2884120"/>
                          <a:pt x="0" y="2609289"/>
                        </a:cubicBezTo>
                        <a:cubicBezTo>
                          <a:pt x="-31179" y="2334458"/>
                          <a:pt x="59603" y="2337356"/>
                          <a:pt x="0" y="2084454"/>
                        </a:cubicBezTo>
                        <a:cubicBezTo>
                          <a:pt x="-59603" y="1831553"/>
                          <a:pt x="21680" y="1730179"/>
                          <a:pt x="0" y="1605256"/>
                        </a:cubicBezTo>
                        <a:cubicBezTo>
                          <a:pt x="-21680" y="1480333"/>
                          <a:pt x="32949" y="1260096"/>
                          <a:pt x="0" y="1171697"/>
                        </a:cubicBezTo>
                        <a:cubicBezTo>
                          <a:pt x="-32949" y="1083298"/>
                          <a:pt x="50097" y="800857"/>
                          <a:pt x="0" y="692499"/>
                        </a:cubicBezTo>
                        <a:cubicBezTo>
                          <a:pt x="-50097" y="584141"/>
                          <a:pt x="55169" y="304190"/>
                          <a:pt x="0" y="190483"/>
                        </a:cubicBezTo>
                        <a:close/>
                      </a:path>
                      <a:path w="3633788" h="4944751" stroke="0" extrusionOk="0">
                        <a:moveTo>
                          <a:pt x="0" y="190483"/>
                        </a:moveTo>
                        <a:cubicBezTo>
                          <a:pt x="-2201" y="83924"/>
                          <a:pt x="58013" y="10235"/>
                          <a:pt x="190483" y="0"/>
                        </a:cubicBezTo>
                        <a:cubicBezTo>
                          <a:pt x="472396" y="-15076"/>
                          <a:pt x="578197" y="30814"/>
                          <a:pt x="797676" y="0"/>
                        </a:cubicBezTo>
                        <a:cubicBezTo>
                          <a:pt x="1017155" y="-30814"/>
                          <a:pt x="1077459" y="40382"/>
                          <a:pt x="1307285" y="0"/>
                        </a:cubicBezTo>
                        <a:cubicBezTo>
                          <a:pt x="1537111" y="-40382"/>
                          <a:pt x="1644366" y="36770"/>
                          <a:pt x="1784366" y="0"/>
                        </a:cubicBezTo>
                        <a:cubicBezTo>
                          <a:pt x="1924366" y="-36770"/>
                          <a:pt x="2148206" y="21727"/>
                          <a:pt x="2359031" y="0"/>
                        </a:cubicBezTo>
                        <a:cubicBezTo>
                          <a:pt x="2569857" y="-21727"/>
                          <a:pt x="2751939" y="44049"/>
                          <a:pt x="2868640" y="0"/>
                        </a:cubicBezTo>
                        <a:cubicBezTo>
                          <a:pt x="2985341" y="-44049"/>
                          <a:pt x="3287750" y="67566"/>
                          <a:pt x="3443305" y="0"/>
                        </a:cubicBezTo>
                        <a:cubicBezTo>
                          <a:pt x="3545338" y="-30216"/>
                          <a:pt x="3620834" y="103284"/>
                          <a:pt x="3633788" y="190483"/>
                        </a:cubicBezTo>
                        <a:cubicBezTo>
                          <a:pt x="3664163" y="379111"/>
                          <a:pt x="3627727" y="486100"/>
                          <a:pt x="3633788" y="669680"/>
                        </a:cubicBezTo>
                        <a:cubicBezTo>
                          <a:pt x="3639849" y="853260"/>
                          <a:pt x="3633045" y="957309"/>
                          <a:pt x="3633788" y="1240154"/>
                        </a:cubicBezTo>
                        <a:cubicBezTo>
                          <a:pt x="3634531" y="1522999"/>
                          <a:pt x="3630479" y="1632775"/>
                          <a:pt x="3633788" y="1810627"/>
                        </a:cubicBezTo>
                        <a:cubicBezTo>
                          <a:pt x="3637097" y="1988479"/>
                          <a:pt x="3573390" y="2230071"/>
                          <a:pt x="3633788" y="2335462"/>
                        </a:cubicBezTo>
                        <a:cubicBezTo>
                          <a:pt x="3694186" y="2440854"/>
                          <a:pt x="3571813" y="2737395"/>
                          <a:pt x="3633788" y="2997211"/>
                        </a:cubicBezTo>
                        <a:cubicBezTo>
                          <a:pt x="3695763" y="3257027"/>
                          <a:pt x="3621201" y="3347341"/>
                          <a:pt x="3633788" y="3658960"/>
                        </a:cubicBezTo>
                        <a:cubicBezTo>
                          <a:pt x="3646375" y="3970579"/>
                          <a:pt x="3633026" y="3999797"/>
                          <a:pt x="3633788" y="4138157"/>
                        </a:cubicBezTo>
                        <a:cubicBezTo>
                          <a:pt x="3634550" y="4276517"/>
                          <a:pt x="3608083" y="4627663"/>
                          <a:pt x="3633788" y="4754268"/>
                        </a:cubicBezTo>
                        <a:cubicBezTo>
                          <a:pt x="3626712" y="4845044"/>
                          <a:pt x="3549957" y="4925125"/>
                          <a:pt x="3443305" y="4944751"/>
                        </a:cubicBezTo>
                        <a:cubicBezTo>
                          <a:pt x="3252768" y="4970899"/>
                          <a:pt x="3024231" y="4888082"/>
                          <a:pt x="2868640" y="4944751"/>
                        </a:cubicBezTo>
                        <a:cubicBezTo>
                          <a:pt x="2713049" y="5001420"/>
                          <a:pt x="2515948" y="4905549"/>
                          <a:pt x="2391559" y="4944751"/>
                        </a:cubicBezTo>
                        <a:cubicBezTo>
                          <a:pt x="2267170" y="4983953"/>
                          <a:pt x="2062141" y="4907569"/>
                          <a:pt x="1784366" y="4944751"/>
                        </a:cubicBezTo>
                        <a:cubicBezTo>
                          <a:pt x="1506591" y="4981933"/>
                          <a:pt x="1440186" y="4906120"/>
                          <a:pt x="1242229" y="4944751"/>
                        </a:cubicBezTo>
                        <a:cubicBezTo>
                          <a:pt x="1044272" y="4983382"/>
                          <a:pt x="878244" y="4916666"/>
                          <a:pt x="765148" y="4944751"/>
                        </a:cubicBezTo>
                        <a:cubicBezTo>
                          <a:pt x="652052" y="4972836"/>
                          <a:pt x="364000" y="4903745"/>
                          <a:pt x="190483" y="4944751"/>
                        </a:cubicBezTo>
                        <a:cubicBezTo>
                          <a:pt x="64559" y="4943578"/>
                          <a:pt x="16065" y="4873300"/>
                          <a:pt x="0" y="4754268"/>
                        </a:cubicBezTo>
                        <a:cubicBezTo>
                          <a:pt x="-21817" y="4535609"/>
                          <a:pt x="6418" y="4416407"/>
                          <a:pt x="0" y="4183795"/>
                        </a:cubicBezTo>
                        <a:cubicBezTo>
                          <a:pt x="-6418" y="3951183"/>
                          <a:pt x="55738" y="3877423"/>
                          <a:pt x="0" y="3704597"/>
                        </a:cubicBezTo>
                        <a:cubicBezTo>
                          <a:pt x="-55738" y="3531771"/>
                          <a:pt x="22965" y="3357633"/>
                          <a:pt x="0" y="3088486"/>
                        </a:cubicBezTo>
                        <a:cubicBezTo>
                          <a:pt x="-22965" y="2819339"/>
                          <a:pt x="25294" y="2794273"/>
                          <a:pt x="0" y="2609289"/>
                        </a:cubicBezTo>
                        <a:cubicBezTo>
                          <a:pt x="-25294" y="2424305"/>
                          <a:pt x="56073" y="2240996"/>
                          <a:pt x="0" y="1993178"/>
                        </a:cubicBezTo>
                        <a:cubicBezTo>
                          <a:pt x="-56073" y="1745360"/>
                          <a:pt x="39345" y="1655084"/>
                          <a:pt x="0" y="1559619"/>
                        </a:cubicBezTo>
                        <a:cubicBezTo>
                          <a:pt x="-39345" y="1464154"/>
                          <a:pt x="61558" y="1079404"/>
                          <a:pt x="0" y="943508"/>
                        </a:cubicBezTo>
                        <a:cubicBezTo>
                          <a:pt x="-61558" y="807612"/>
                          <a:pt x="69217" y="452767"/>
                          <a:pt x="0" y="19048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453" y="9301163"/>
            <a:ext cx="361950" cy="3619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79803" y="9286875"/>
            <a:ext cx="22470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2</a:t>
            </a:r>
            <a:endParaRPr lang="en-US" sz="2550" dirty="0"/>
          </a:p>
        </p:txBody>
      </p:sp>
      <p:sp>
        <p:nvSpPr>
          <p:cNvPr id="25" name="Text 21"/>
          <p:cNvSpPr/>
          <p:nvPr/>
        </p:nvSpPr>
        <p:spPr>
          <a:xfrm>
            <a:off x="11002268" y="6972300"/>
            <a:ext cx="431602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6" name="Shape 22"/>
          <p:cNvSpPr/>
          <p:nvPr/>
        </p:nvSpPr>
        <p:spPr>
          <a:xfrm>
            <a:off x="9363075" y="7841138"/>
            <a:ext cx="3633788" cy="2722229"/>
          </a:xfrm>
          <a:prstGeom prst="roundRect">
            <a:avLst>
              <a:gd name="adj" fmla="val 7890"/>
            </a:avLst>
          </a:prstGeom>
          <a:solidFill>
            <a:srgbClr val="F1C40F"/>
          </a:solidFill>
          <a:ln w="47625">
            <a:solidFill>
              <a:srgbClr val="1A0A2E"/>
            </a:solidFill>
            <a:prstDash val="solid"/>
            <a:round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782" y="9301163"/>
            <a:ext cx="361950" cy="3619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486132" y="9286875"/>
            <a:ext cx="19780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3</a:t>
            </a:r>
            <a:endParaRPr lang="en-US" sz="2550" dirty="0"/>
          </a:p>
        </p:txBody>
      </p:sp>
      <p:sp>
        <p:nvSpPr>
          <p:cNvPr id="29" name="Text 24"/>
          <p:cNvSpPr/>
          <p:nvPr/>
        </p:nvSpPr>
        <p:spPr>
          <a:xfrm>
            <a:off x="15076587" y="7353300"/>
            <a:ext cx="426839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30" name="Shape 25"/>
          <p:cNvSpPr/>
          <p:nvPr/>
        </p:nvSpPr>
        <p:spPr>
          <a:xfrm>
            <a:off x="13435013" y="8221503"/>
            <a:ext cx="3633788" cy="2341864"/>
          </a:xfrm>
          <a:prstGeom prst="roundRect">
            <a:avLst>
              <a:gd name="adj" fmla="val 7690"/>
            </a:avLst>
          </a:prstGeom>
          <a:solidFill>
            <a:srgbClr val="2ECC71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8730" y="9310688"/>
            <a:ext cx="342900" cy="3429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44030" y="9286875"/>
            <a:ext cx="27922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4</a:t>
            </a:r>
            <a:endParaRPr lang="en-US" sz="2550" dirty="0"/>
          </a:p>
        </p:txBody>
      </p:sp>
    </p:spTree>
    <p:extLst>
      <p:ext uri="{BB962C8B-B14F-4D97-AF65-F5344CB8AC3E}">
        <p14:creationId xmlns:p14="http://schemas.microsoft.com/office/powerpoint/2010/main" val="167028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26" grpId="0" animBg="1"/>
      <p:bldP spid="30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boar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589026" y="1473398"/>
            <a:ext cx="171099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kern="0" spc="336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9026" y="1921073"/>
            <a:ext cx="17109948" cy="870198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after Question #</a:t>
            </a:r>
            <a:endParaRPr lang="en-US" sz="6300" dirty="0"/>
          </a:p>
        </p:txBody>
      </p:sp>
      <p:sp>
        <p:nvSpPr>
          <p:cNvPr id="15" name="Shape 13"/>
          <p:cNvSpPr/>
          <p:nvPr/>
        </p:nvSpPr>
        <p:spPr>
          <a:xfrm>
            <a:off x="3048000" y="3803514"/>
            <a:ext cx="12192000" cy="1504950"/>
          </a:xfrm>
          <a:prstGeom prst="roundRect">
            <a:avLst>
              <a:gd name="adj" fmla="val 16456"/>
            </a:avLst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1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438525" y="4189277"/>
            <a:ext cx="876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4581525" y="4098789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381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581525" y="4136889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2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800725" y="4279764"/>
            <a:ext cx="192911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one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7958435" y="4313102"/>
            <a:ext cx="1078557" cy="48577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8148935" y="4389302"/>
            <a:ext cx="7737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395127" y="4236902"/>
            <a:ext cx="149244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3048000" y="5561456"/>
            <a:ext cx="12192000" cy="1504950"/>
          </a:xfrm>
          <a:prstGeom prst="roundRect">
            <a:avLst>
              <a:gd name="adj" fmla="val 16456"/>
            </a:avLst>
          </a:prstGeom>
          <a:solidFill>
            <a:srgbClr val="FFFFFF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89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3438525" y="5947218"/>
            <a:ext cx="876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25" name="Shape 23"/>
          <p:cNvSpPr/>
          <p:nvPr/>
        </p:nvSpPr>
        <p:spPr>
          <a:xfrm>
            <a:off x="4581525" y="5856731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B6FF3C"/>
          </a:solidFill>
          <a:ln w="381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581525" y="5894831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2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5800725" y="6037706"/>
            <a:ext cx="187285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two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7902178" y="6071043"/>
            <a:ext cx="1067842" cy="48577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8092678" y="6147243"/>
            <a:ext cx="7630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385453" y="5994843"/>
            <a:ext cx="1502122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31" name="Shape 29"/>
          <p:cNvSpPr/>
          <p:nvPr/>
        </p:nvSpPr>
        <p:spPr>
          <a:xfrm>
            <a:off x="3048000" y="7332534"/>
            <a:ext cx="12192000" cy="1504950"/>
          </a:xfrm>
          <a:prstGeom prst="roundRect">
            <a:avLst>
              <a:gd name="adj" fmla="val 16456"/>
            </a:avLst>
          </a:prstGeom>
          <a:solidFill>
            <a:srgbClr val="FFFFFF">
              <a:alpha val="96000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418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3438525" y="7718296"/>
            <a:ext cx="876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33" name="Shape 31"/>
          <p:cNvSpPr/>
          <p:nvPr/>
        </p:nvSpPr>
        <p:spPr>
          <a:xfrm>
            <a:off x="4581525" y="7627809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FF2E93"/>
          </a:solidFill>
          <a:ln w="381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4581525" y="7665909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2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5800725" y="7808784"/>
            <a:ext cx="22909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three</a:t>
            </a:r>
            <a:endParaRPr lang="en-US" sz="3600" dirty="0"/>
          </a:p>
        </p:txBody>
      </p:sp>
      <p:sp>
        <p:nvSpPr>
          <p:cNvPr id="36" name="Shape 34"/>
          <p:cNvSpPr/>
          <p:nvPr/>
        </p:nvSpPr>
        <p:spPr>
          <a:xfrm>
            <a:off x="8320236" y="7842121"/>
            <a:ext cx="1232148" cy="48577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8510736" y="7918321"/>
            <a:ext cx="9273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3565088" y="7765921"/>
            <a:ext cx="132248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2659600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nner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2286000" y="1905000"/>
            <a:ext cx="171450" cy="1714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15487650" y="3699326"/>
            <a:ext cx="133350" cy="133350"/>
          </a:xfrm>
          <a:prstGeom prst="ellipse">
            <a:avLst/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1524000" y="7410450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16268700" y="7585526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 rot="4858397">
            <a:off x="1009799" y="98050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 rot="-8670967">
            <a:off x="4655046" y="471691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 rot="3544775">
            <a:off x="13835955" y="9098186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 rot="6064066">
            <a:off x="13662273" y="141292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 rot="8112465">
            <a:off x="2268587" y="2147596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 rot="-658701">
            <a:off x="11357521" y="759057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 rot="-4104689">
            <a:off x="2310557" y="551282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 rot="8244837">
            <a:off x="16136094" y="219507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 rot="4985349">
            <a:off x="10838259" y="102603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 rot="3555604">
            <a:off x="2141934" y="51324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 rot="125810">
            <a:off x="5497264" y="787194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 rot="3152229">
            <a:off x="14719102" y="36857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 rot="607087">
            <a:off x="224582" y="-54426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 rot="9982925">
            <a:off x="9479756" y="1056544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 rot="6836153">
            <a:off x="17179379" y="168983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6"/>
          <p:cNvSpPr/>
          <p:nvPr/>
        </p:nvSpPr>
        <p:spPr>
          <a:xfrm rot="5623835">
            <a:off x="1848296" y="125503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 rot="-6277125">
            <a:off x="1309539" y="473366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 rot="5160707">
            <a:off x="9268123" y="967775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 rot="-6342538">
            <a:off x="13089582" y="555202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 rot="-8379772">
            <a:off x="10816233" y="482135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Shape 31"/>
          <p:cNvSpPr/>
          <p:nvPr/>
        </p:nvSpPr>
        <p:spPr>
          <a:xfrm rot="1527398">
            <a:off x="11785104" y="837463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 rot="8306114">
            <a:off x="2451497" y="996404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 rot="6422284">
            <a:off x="11907143" y="1013022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 rot="6409441">
            <a:off x="6002685" y="153679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 rot="2641452">
            <a:off x="8206085" y="877420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 rot="8934511">
            <a:off x="1919883" y="244242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 rot="-167102">
            <a:off x="2125414" y="692506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0" name="Shape 38"/>
          <p:cNvSpPr/>
          <p:nvPr/>
        </p:nvSpPr>
        <p:spPr>
          <a:xfrm rot="3957985">
            <a:off x="4087118" y="65756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1" name="Shape 39"/>
          <p:cNvSpPr/>
          <p:nvPr/>
        </p:nvSpPr>
        <p:spPr>
          <a:xfrm rot="-7054371">
            <a:off x="12723316" y="5296724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2" name="Shape 40"/>
          <p:cNvSpPr/>
          <p:nvPr/>
        </p:nvSpPr>
        <p:spPr>
          <a:xfrm rot="10100879">
            <a:off x="7761536" y="1060775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3" name="Shape 41"/>
          <p:cNvSpPr/>
          <p:nvPr/>
        </p:nvSpPr>
        <p:spPr>
          <a:xfrm rot="-190009">
            <a:off x="8701088" y="775867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4" name="Shape 42"/>
          <p:cNvSpPr/>
          <p:nvPr/>
        </p:nvSpPr>
        <p:spPr>
          <a:xfrm rot="-3133963">
            <a:off x="13235732" y="670280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5" name="Shape 43"/>
          <p:cNvSpPr/>
          <p:nvPr/>
        </p:nvSpPr>
        <p:spPr>
          <a:xfrm rot="-5639355">
            <a:off x="1157139" y="496240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6" name="Shape 44"/>
          <p:cNvSpPr/>
          <p:nvPr/>
        </p:nvSpPr>
        <p:spPr>
          <a:xfrm rot="577653">
            <a:off x="8848874" y="-55482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7" name="Shape 45"/>
          <p:cNvSpPr/>
          <p:nvPr/>
        </p:nvSpPr>
        <p:spPr>
          <a:xfrm rot="9415283">
            <a:off x="3857625" y="3456686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 rot="-729159">
            <a:off x="16555343" y="672348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9" name="Shape 47"/>
          <p:cNvSpPr/>
          <p:nvPr/>
        </p:nvSpPr>
        <p:spPr>
          <a:xfrm rot="-5007468">
            <a:off x="754261" y="5189034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0" name="Shape 48"/>
          <p:cNvSpPr/>
          <p:nvPr/>
        </p:nvSpPr>
        <p:spPr>
          <a:xfrm rot="-6469927">
            <a:off x="17364521" y="466451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1" name="Shape 49"/>
          <p:cNvSpPr/>
          <p:nvPr/>
        </p:nvSpPr>
        <p:spPr>
          <a:xfrm rot="-1315869">
            <a:off x="3958530" y="735488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2" name="Shape 50"/>
          <p:cNvSpPr/>
          <p:nvPr/>
        </p:nvSpPr>
        <p:spPr>
          <a:xfrm rot="6973399">
            <a:off x="5308402" y="1032788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3" name="Shape 51"/>
          <p:cNvSpPr/>
          <p:nvPr/>
        </p:nvSpPr>
        <p:spPr>
          <a:xfrm rot="-1530895">
            <a:off x="17289959" y="643593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4" name="Shape 52"/>
          <p:cNvSpPr/>
          <p:nvPr/>
        </p:nvSpPr>
        <p:spPr>
          <a:xfrm rot="10265619">
            <a:off x="14765536" y="376166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5" name="Shape 53"/>
          <p:cNvSpPr/>
          <p:nvPr/>
        </p:nvSpPr>
        <p:spPr>
          <a:xfrm rot="6878277">
            <a:off x="6286202" y="170494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6" name="Shape 54"/>
          <p:cNvSpPr/>
          <p:nvPr/>
        </p:nvSpPr>
        <p:spPr>
          <a:xfrm rot="10663858">
            <a:off x="8081070" y="390449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7" name="Shape 55"/>
          <p:cNvSpPr/>
          <p:nvPr/>
        </p:nvSpPr>
        <p:spPr>
          <a:xfrm rot="-6769240">
            <a:off x="6285905" y="539898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8" name="Shape 56"/>
          <p:cNvSpPr/>
          <p:nvPr/>
        </p:nvSpPr>
        <p:spPr>
          <a:xfrm rot="-2512681">
            <a:off x="9376" y="608380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9" name="Shape 57"/>
          <p:cNvSpPr/>
          <p:nvPr/>
        </p:nvSpPr>
        <p:spPr>
          <a:xfrm rot="-4680519">
            <a:off x="14086136" y="614812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0" name="Shape 58"/>
          <p:cNvSpPr/>
          <p:nvPr/>
        </p:nvSpPr>
        <p:spPr>
          <a:xfrm rot="4987831">
            <a:off x="3208437" y="102692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1" name="Shape 59"/>
          <p:cNvSpPr/>
          <p:nvPr/>
        </p:nvSpPr>
        <p:spPr>
          <a:xfrm rot="-7751018">
            <a:off x="2752427" y="420503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2" name="Shape 60"/>
          <p:cNvSpPr/>
          <p:nvPr/>
        </p:nvSpPr>
        <p:spPr>
          <a:xfrm rot="10463141">
            <a:off x="4055120" y="1073768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3" name="Shape 61"/>
          <p:cNvSpPr/>
          <p:nvPr/>
        </p:nvSpPr>
        <p:spPr>
          <a:xfrm rot="10596649">
            <a:off x="9816108" y="388039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4" name="Shape 62"/>
          <p:cNvSpPr/>
          <p:nvPr/>
        </p:nvSpPr>
        <p:spPr>
          <a:xfrm rot="-5846002">
            <a:off x="6546949" y="5730114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5" name="Shape 63"/>
          <p:cNvSpPr/>
          <p:nvPr/>
        </p:nvSpPr>
        <p:spPr>
          <a:xfrm rot="-5345420">
            <a:off x="5717381" y="590965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6" name="Shape 64"/>
          <p:cNvSpPr/>
          <p:nvPr/>
        </p:nvSpPr>
        <p:spPr>
          <a:xfrm rot="-7723195">
            <a:off x="17817257" y="421501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7" name="Shape 65"/>
          <p:cNvSpPr/>
          <p:nvPr/>
        </p:nvSpPr>
        <p:spPr>
          <a:xfrm rot="-4864046">
            <a:off x="7463582" y="608230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8" name="Shape 66"/>
          <p:cNvSpPr/>
          <p:nvPr/>
        </p:nvSpPr>
        <p:spPr>
          <a:xfrm rot="646833">
            <a:off x="16873240" y="-53000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9" name="Shape 67"/>
          <p:cNvSpPr/>
          <p:nvPr/>
        </p:nvSpPr>
        <p:spPr>
          <a:xfrm rot="7717841">
            <a:off x="17274332" y="200606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0" name="Shape 68"/>
          <p:cNvSpPr/>
          <p:nvPr/>
        </p:nvSpPr>
        <p:spPr>
          <a:xfrm rot="5498784">
            <a:off x="9295358" y="979900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1" name="Shape 69"/>
          <p:cNvSpPr/>
          <p:nvPr/>
        </p:nvSpPr>
        <p:spPr>
          <a:xfrm rot="5259852">
            <a:off x="5306913" y="971331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2" name="Shape 70"/>
          <p:cNvSpPr/>
          <p:nvPr/>
        </p:nvSpPr>
        <p:spPr>
          <a:xfrm rot="4976531">
            <a:off x="6899523" y="102286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3" name="Text 71"/>
          <p:cNvSpPr/>
          <p:nvPr/>
        </p:nvSpPr>
        <p:spPr>
          <a:xfrm>
            <a:off x="589026" y="551733"/>
            <a:ext cx="171099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kern="0" spc="399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THE WINNERS 🎉</a:t>
            </a:r>
            <a:endParaRPr lang="en-US" sz="2850" dirty="0"/>
          </a:p>
        </p:txBody>
      </p:sp>
      <p:sp>
        <p:nvSpPr>
          <p:cNvPr id="74" name="Text 72"/>
          <p:cNvSpPr/>
          <p:nvPr/>
        </p:nvSpPr>
        <p:spPr>
          <a:xfrm>
            <a:off x="589026" y="1171575"/>
            <a:ext cx="17109948" cy="850255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Over!</a:t>
            </a:r>
            <a:endParaRPr lang="en-US" sz="6150" dirty="0"/>
          </a:p>
        </p:txBody>
      </p:sp>
      <p:sp>
        <p:nvSpPr>
          <p:cNvPr id="76" name="Shape 74"/>
          <p:cNvSpPr/>
          <p:nvPr/>
        </p:nvSpPr>
        <p:spPr>
          <a:xfrm>
            <a:off x="5314950" y="5183190"/>
            <a:ext cx="1295400" cy="1295400"/>
          </a:xfrm>
          <a:prstGeom prst="roundRect">
            <a:avLst>
              <a:gd name="adj" fmla="val 20588"/>
            </a:avLst>
          </a:prstGeom>
          <a:solidFill>
            <a:srgbClr val="B6FF3C"/>
          </a:solidFill>
          <a:ln w="6667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77" name="Text 75"/>
          <p:cNvSpPr/>
          <p:nvPr/>
        </p:nvSpPr>
        <p:spPr>
          <a:xfrm>
            <a:off x="5343525" y="5249865"/>
            <a:ext cx="1238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6600" dirty="0"/>
          </a:p>
        </p:txBody>
      </p:sp>
      <p:sp>
        <p:nvSpPr>
          <p:cNvPr id="78" name="Text 76"/>
          <p:cNvSpPr/>
          <p:nvPr/>
        </p:nvSpPr>
        <p:spPr>
          <a:xfrm>
            <a:off x="5099000" y="6650040"/>
            <a:ext cx="1803499" cy="561975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PixelFox</a:t>
            </a:r>
            <a:endParaRPr lang="en-US" sz="3450" dirty="0"/>
          </a:p>
        </p:txBody>
      </p:sp>
      <p:sp>
        <p:nvSpPr>
          <p:cNvPr id="79" name="Shape 77"/>
          <p:cNvSpPr/>
          <p:nvPr/>
        </p:nvSpPr>
        <p:spPr>
          <a:xfrm>
            <a:off x="5273576" y="7231065"/>
            <a:ext cx="1378000" cy="58102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38100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0" name="Text 78"/>
          <p:cNvSpPr/>
          <p:nvPr/>
        </p:nvSpPr>
        <p:spPr>
          <a:xfrm>
            <a:off x="5559326" y="7326315"/>
            <a:ext cx="882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8,910</a:t>
            </a:r>
            <a:endParaRPr lang="en-US" sz="2550" dirty="0"/>
          </a:p>
        </p:txBody>
      </p:sp>
      <p:sp>
        <p:nvSpPr>
          <p:cNvPr id="81" name="Shape 79"/>
          <p:cNvSpPr/>
          <p:nvPr/>
        </p:nvSpPr>
        <p:spPr>
          <a:xfrm>
            <a:off x="4533900" y="8050668"/>
            <a:ext cx="2857500" cy="2400300"/>
          </a:xfrm>
          <a:prstGeom prst="roundRect">
            <a:avLst>
              <a:gd name="adj" fmla="val 10317"/>
            </a:avLst>
          </a:prstGeom>
          <a:solidFill>
            <a:srgbClr val="B6FF3C"/>
          </a:solidFill>
          <a:ln w="66675">
            <a:solidFill>
              <a:srgbClr val="1A0A2E"/>
            </a:solidFill>
            <a:prstDash val="solid"/>
          </a:ln>
          <a:effectLst>
            <a:outerShdw blurRad="101600" dist="17145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3" name="Text 81"/>
          <p:cNvSpPr/>
          <p:nvPr/>
        </p:nvSpPr>
        <p:spPr>
          <a:xfrm>
            <a:off x="8607772" y="3520606"/>
            <a:ext cx="114865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6150" dirty="0"/>
          </a:p>
        </p:txBody>
      </p:sp>
      <p:sp>
        <p:nvSpPr>
          <p:cNvPr id="84" name="Shape 82"/>
          <p:cNvSpPr/>
          <p:nvPr/>
        </p:nvSpPr>
        <p:spPr>
          <a:xfrm>
            <a:off x="8496300" y="4416673"/>
            <a:ext cx="1295400" cy="1295400"/>
          </a:xfrm>
          <a:prstGeom prst="roundRect">
            <a:avLst>
              <a:gd name="adj" fmla="val 20588"/>
            </a:avLst>
          </a:prstGeom>
          <a:solidFill>
            <a:srgbClr val="FFD400"/>
          </a:solidFill>
          <a:ln w="6667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5" name="Text 83"/>
          <p:cNvSpPr/>
          <p:nvPr/>
        </p:nvSpPr>
        <p:spPr>
          <a:xfrm>
            <a:off x="8524875" y="4483348"/>
            <a:ext cx="1238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🐸</a:t>
            </a:r>
            <a:endParaRPr lang="en-US" sz="6600" dirty="0"/>
          </a:p>
        </p:txBody>
      </p:sp>
      <p:sp>
        <p:nvSpPr>
          <p:cNvPr id="86" name="Text 84"/>
          <p:cNvSpPr/>
          <p:nvPr/>
        </p:nvSpPr>
        <p:spPr>
          <a:xfrm>
            <a:off x="8253859" y="5883523"/>
            <a:ext cx="1856333" cy="561975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Frogster</a:t>
            </a:r>
            <a:endParaRPr lang="en-US" sz="3450" dirty="0"/>
          </a:p>
        </p:txBody>
      </p:sp>
      <p:sp>
        <p:nvSpPr>
          <p:cNvPr id="87" name="Shape 85"/>
          <p:cNvSpPr/>
          <p:nvPr/>
        </p:nvSpPr>
        <p:spPr>
          <a:xfrm>
            <a:off x="8411021" y="6464548"/>
            <a:ext cx="1465808" cy="58102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38100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8" name="Text 86"/>
          <p:cNvSpPr/>
          <p:nvPr/>
        </p:nvSpPr>
        <p:spPr>
          <a:xfrm>
            <a:off x="8696771" y="6559798"/>
            <a:ext cx="97050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9,640</a:t>
            </a:r>
            <a:endParaRPr lang="en-US" sz="2550" dirty="0"/>
          </a:p>
        </p:txBody>
      </p:sp>
      <p:sp>
        <p:nvSpPr>
          <p:cNvPr id="89" name="Shape 87"/>
          <p:cNvSpPr/>
          <p:nvPr/>
        </p:nvSpPr>
        <p:spPr>
          <a:xfrm>
            <a:off x="7715250" y="7269637"/>
            <a:ext cx="2857500" cy="3200400"/>
          </a:xfrm>
          <a:prstGeom prst="roundRect">
            <a:avLst>
              <a:gd name="adj" fmla="val 8667"/>
            </a:avLst>
          </a:prstGeom>
          <a:solidFill>
            <a:srgbClr val="FFD400"/>
          </a:solidFill>
          <a:ln w="66675">
            <a:solidFill>
              <a:srgbClr val="1A0A2E"/>
            </a:solidFill>
            <a:prstDash val="solid"/>
          </a:ln>
          <a:effectLst>
            <a:outerShdw blurRad="101600" dist="17145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1" name="Text 89"/>
          <p:cNvSpPr/>
          <p:nvPr/>
        </p:nvSpPr>
        <p:spPr>
          <a:xfrm>
            <a:off x="11789122" y="5140555"/>
            <a:ext cx="114865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6150" dirty="0"/>
          </a:p>
        </p:txBody>
      </p:sp>
      <p:sp>
        <p:nvSpPr>
          <p:cNvPr id="92" name="Shape 90"/>
          <p:cNvSpPr/>
          <p:nvPr/>
        </p:nvSpPr>
        <p:spPr>
          <a:xfrm>
            <a:off x="11677650" y="5978755"/>
            <a:ext cx="1295400" cy="1295400"/>
          </a:xfrm>
          <a:prstGeom prst="roundRect">
            <a:avLst>
              <a:gd name="adj" fmla="val 20588"/>
            </a:avLst>
          </a:prstGeom>
          <a:solidFill>
            <a:srgbClr val="FF2E93"/>
          </a:solidFill>
          <a:ln w="6667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3" name="Text 91"/>
          <p:cNvSpPr/>
          <p:nvPr/>
        </p:nvSpPr>
        <p:spPr>
          <a:xfrm>
            <a:off x="11706225" y="6045430"/>
            <a:ext cx="1238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🐯</a:t>
            </a:r>
            <a:endParaRPr lang="en-US" sz="6600" dirty="0"/>
          </a:p>
        </p:txBody>
      </p:sp>
      <p:sp>
        <p:nvSpPr>
          <p:cNvPr id="94" name="Text 92"/>
          <p:cNvSpPr/>
          <p:nvPr/>
        </p:nvSpPr>
        <p:spPr>
          <a:xfrm>
            <a:off x="11261080" y="7445605"/>
            <a:ext cx="2204591" cy="561975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NeonTiger</a:t>
            </a:r>
            <a:endParaRPr lang="en-US" sz="3450" dirty="0"/>
          </a:p>
        </p:txBody>
      </p:sp>
      <p:sp>
        <p:nvSpPr>
          <p:cNvPr id="95" name="Shape 93"/>
          <p:cNvSpPr/>
          <p:nvPr/>
        </p:nvSpPr>
        <p:spPr>
          <a:xfrm>
            <a:off x="11590586" y="8026630"/>
            <a:ext cx="1469380" cy="58102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38100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6" name="Text 94"/>
          <p:cNvSpPr/>
          <p:nvPr/>
        </p:nvSpPr>
        <p:spPr>
          <a:xfrm>
            <a:off x="11876336" y="8121880"/>
            <a:ext cx="9740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8,200</a:t>
            </a:r>
            <a:endParaRPr lang="en-US" sz="2550" dirty="0"/>
          </a:p>
        </p:txBody>
      </p:sp>
      <p:sp>
        <p:nvSpPr>
          <p:cNvPr id="97" name="Shape 95"/>
          <p:cNvSpPr/>
          <p:nvPr/>
        </p:nvSpPr>
        <p:spPr>
          <a:xfrm>
            <a:off x="10896600" y="8817205"/>
            <a:ext cx="2857500" cy="1655647"/>
          </a:xfrm>
          <a:prstGeom prst="roundRect">
            <a:avLst>
              <a:gd name="adj" fmla="val 13684"/>
            </a:avLst>
          </a:prstGeom>
          <a:solidFill>
            <a:srgbClr val="FF2E93"/>
          </a:solidFill>
          <a:ln w="66675">
            <a:solidFill>
              <a:srgbClr val="1A0A2E"/>
            </a:solidFill>
            <a:prstDash val="solid"/>
          </a:ln>
          <a:effectLst>
            <a:outerShdw blurRad="101600" dist="17145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8" name="Text 96"/>
          <p:cNvSpPr/>
          <p:nvPr/>
        </p:nvSpPr>
        <p:spPr>
          <a:xfrm>
            <a:off x="10920412" y="8978613"/>
            <a:ext cx="2809875" cy="133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 96">
            <a:extLst>
              <a:ext uri="{FF2B5EF4-FFF2-40B4-BE49-F238E27FC236}">
                <a16:creationId xmlns:a16="http://schemas.microsoft.com/office/drawing/2014/main" id="{238E9F3A-ED67-138A-9BDE-892B0C2C3333}"/>
              </a:ext>
            </a:extLst>
          </p:cNvPr>
          <p:cNvSpPr/>
          <p:nvPr/>
        </p:nvSpPr>
        <p:spPr>
          <a:xfrm>
            <a:off x="7713681" y="8057302"/>
            <a:ext cx="2809875" cy="133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he-IL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Text 96">
            <a:extLst>
              <a:ext uri="{FF2B5EF4-FFF2-40B4-BE49-F238E27FC236}">
                <a16:creationId xmlns:a16="http://schemas.microsoft.com/office/drawing/2014/main" id="{6E65B1EB-B082-D9B9-D207-728599424F69}"/>
              </a:ext>
            </a:extLst>
          </p:cNvPr>
          <p:cNvSpPr/>
          <p:nvPr/>
        </p:nvSpPr>
        <p:spPr>
          <a:xfrm>
            <a:off x="4551601" y="8558469"/>
            <a:ext cx="2809875" cy="133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he-IL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Text 73"/>
          <p:cNvSpPr/>
          <p:nvPr/>
        </p:nvSpPr>
        <p:spPr>
          <a:xfrm>
            <a:off x="5426422" y="4344990"/>
            <a:ext cx="114865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61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AB9774D-3236-B423-8055-D66FA9FECFC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BCEF7249-7342-1E2B-D2F6-630103E67E69}"/>
              </a:ext>
            </a:extLst>
          </p:cNvPr>
          <p:cNvSpPr/>
          <p:nvPr userDrawn="1"/>
        </p:nvSpPr>
        <p:spPr>
          <a:xfrm rot="3230392">
            <a:off x="15335250" y="1143000"/>
            <a:ext cx="1428750" cy="14287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980EC269-1915-8E0D-E619-BAA330AC7D90}"/>
              </a:ext>
            </a:extLst>
          </p:cNvPr>
          <p:cNvSpPr/>
          <p:nvPr userDrawn="1"/>
        </p:nvSpPr>
        <p:spPr>
          <a:xfrm>
            <a:off x="2286000" y="1905000"/>
            <a:ext cx="171450" cy="1714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D905E4C9-68FB-286E-F280-85F6C668A52C}"/>
              </a:ext>
            </a:extLst>
          </p:cNvPr>
          <p:cNvSpPr/>
          <p:nvPr userDrawn="1"/>
        </p:nvSpPr>
        <p:spPr>
          <a:xfrm>
            <a:off x="15487650" y="2857500"/>
            <a:ext cx="133350" cy="133350"/>
          </a:xfrm>
          <a:prstGeom prst="ellipse">
            <a:avLst/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AEBFE34-5EC0-4FC7-8E08-1ED09B8A3999}"/>
              </a:ext>
            </a:extLst>
          </p:cNvPr>
          <p:cNvSpPr/>
          <p:nvPr userDrawn="1"/>
        </p:nvSpPr>
        <p:spPr>
          <a:xfrm>
            <a:off x="16268700" y="6743700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EC67DDC7-C562-0D9B-F797-2674F4FA5055}"/>
              </a:ext>
            </a:extLst>
          </p:cNvPr>
          <p:cNvSpPr/>
          <p:nvPr userDrawn="1"/>
        </p:nvSpPr>
        <p:spPr>
          <a:xfrm>
            <a:off x="14097000" y="8035435"/>
            <a:ext cx="1333500" cy="1333500"/>
          </a:xfrm>
          <a:prstGeom prst="roundRect">
            <a:avLst>
              <a:gd name="adj" fmla="val 1571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4143C91-69AD-25AF-0388-9B6C39B5FDCC}"/>
              </a:ext>
            </a:extLst>
          </p:cNvPr>
          <p:cNvSpPr/>
          <p:nvPr userDrawn="1"/>
        </p:nvSpPr>
        <p:spPr>
          <a:xfrm>
            <a:off x="1524000" y="7410450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BE92155-71B2-8BAD-CF80-A89B04705A08}"/>
              </a:ext>
            </a:extLst>
          </p:cNvPr>
          <p:cNvSpPr/>
          <p:nvPr userDrawn="1"/>
        </p:nvSpPr>
        <p:spPr>
          <a:xfrm>
            <a:off x="1168241" y="7643152"/>
            <a:ext cx="1914990" cy="1624818"/>
          </a:xfrm>
          <a:prstGeom prst="triangle">
            <a:avLst/>
          </a:prstGeom>
          <a:solidFill>
            <a:schemeClr val="bg1">
              <a:lumMod val="9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04BB2CA-EB31-1F48-F031-E2B72927517A}"/>
              </a:ext>
            </a:extLst>
          </p:cNvPr>
          <p:cNvSpPr/>
          <p:nvPr userDrawn="1"/>
        </p:nvSpPr>
        <p:spPr>
          <a:xfrm>
            <a:off x="8778180" y="-381000"/>
            <a:ext cx="1619250" cy="1619250"/>
          </a:xfrm>
          <a:prstGeom prst="ellipse">
            <a:avLst/>
          </a:prstGeom>
          <a:ln w="2476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1" r:id="rId3"/>
    <p:sldLayoutId id="2147483657" r:id="rId4"/>
    <p:sldLayoutId id="2147483668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65" r:id="rId12"/>
    <p:sldLayoutId id="2147483666" r:id="rId13"/>
    <p:sldLayoutId id="2147483667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354A185-E40C-7344-AC31-1C2A678D25C3}"/>
              </a:ext>
            </a:extLst>
          </p:cNvPr>
          <p:cNvGrpSpPr/>
          <p:nvPr/>
        </p:nvGrpSpPr>
        <p:grpSpPr>
          <a:xfrm>
            <a:off x="7742486" y="880374"/>
            <a:ext cx="2802880" cy="723900"/>
            <a:chOff x="7742486" y="880374"/>
            <a:chExt cx="2802880" cy="723900"/>
          </a:xfrm>
        </p:grpSpPr>
        <p:sp>
          <p:nvSpPr>
            <p:cNvPr id="13" name="Shape 11"/>
            <p:cNvSpPr/>
            <p:nvPr/>
          </p:nvSpPr>
          <p:spPr>
            <a:xfrm>
              <a:off x="7742486" y="880374"/>
              <a:ext cx="2802880" cy="7239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 12"/>
            <p:cNvSpPr/>
            <p:nvPr/>
          </p:nvSpPr>
          <p:spPr>
            <a:xfrm>
              <a:off x="7946594" y="1028238"/>
              <a:ext cx="565398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700" b="1" kern="0" spc="144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🎮</a:t>
              </a:r>
              <a:endParaRPr lang="en-US" sz="27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607242" y="1066338"/>
              <a:ext cx="1685032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400" b="1" kern="0" spc="144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QUIZ</a:t>
              </a:r>
              <a:endParaRPr lang="en-US" sz="2400" dirty="0"/>
            </a:p>
          </p:txBody>
        </p:sp>
      </p:grp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14" y="2061915"/>
            <a:ext cx="7556571" cy="377090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24803" y="6435301"/>
            <a:ext cx="6838246" cy="1068288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0680"/>
              </a:srgbClr>
            </a:outerShdw>
          </a:effectLst>
        </p:spPr>
        <p:txBody>
          <a:bodyPr wrap="square" lIns="0" tIns="0" rIns="0" bIns="0" rtlCol="0" anchor="t">
            <a:normAutofit fontScale="92500" lnSpcReduction="10000"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7800" b="1" dirty="0">
                <a:solidFill>
                  <a:srgbClr val="FFFFFF">
                    <a:alpha val="94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AI, Demystified</a:t>
            </a:r>
            <a:endParaRPr lang="en-US" sz="7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15"/>
          <p:cNvSpPr/>
          <p:nvPr/>
        </p:nvSpPr>
        <p:spPr>
          <a:xfrm>
            <a:off x="4427022" y="7546702"/>
            <a:ext cx="943395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he-IL" sz="315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315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questions on the AI you already use every day</a:t>
            </a:r>
            <a:endParaRPr lang="en-US" sz="315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07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185 L 0 0.01436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0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 293">
            <a:extLst>
              <a:ext uri="{FF2B5EF4-FFF2-40B4-BE49-F238E27FC236}">
                <a16:creationId xmlns:a16="http://schemas.microsoft.com/office/drawing/2014/main" id="{8722B219-B92A-56EF-2EF1-C5B893192352}"/>
              </a:ext>
            </a:extLst>
          </p:cNvPr>
          <p:cNvGrpSpPr/>
          <p:nvPr/>
        </p:nvGrpSpPr>
        <p:grpSpPr>
          <a:xfrm>
            <a:off x="10139572" y="1296738"/>
            <a:ext cx="6405860" cy="820288"/>
            <a:chOff x="2197745" y="4733925"/>
            <a:chExt cx="6405860" cy="820288"/>
          </a:xfrm>
        </p:grpSpPr>
        <p:sp>
          <p:nvSpPr>
            <p:cNvPr id="295" name="Shape 18">
              <a:extLst>
                <a:ext uri="{FF2B5EF4-FFF2-40B4-BE49-F238E27FC236}">
                  <a16:creationId xmlns:a16="http://schemas.microsoft.com/office/drawing/2014/main" id="{4DD7B39A-9E06-4C55-9B81-DB565F348C5A}"/>
                </a:ext>
              </a:extLst>
            </p:cNvPr>
            <p:cNvSpPr/>
            <p:nvPr/>
          </p:nvSpPr>
          <p:spPr>
            <a:xfrm>
              <a:off x="2197745" y="4733925"/>
              <a:ext cx="6405860" cy="819150"/>
            </a:xfrm>
            <a:prstGeom prst="roundRect">
              <a:avLst>
                <a:gd name="adj" fmla="val 23256"/>
              </a:avLst>
            </a:prstGeom>
            <a:solidFill>
              <a:srgbClr val="1A0A2E">
                <a:alpha val="42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296" name="Text 19">
              <a:extLst>
                <a:ext uri="{FF2B5EF4-FFF2-40B4-BE49-F238E27FC236}">
                  <a16:creationId xmlns:a16="http://schemas.microsoft.com/office/drawing/2014/main" id="{A0A5412E-C9EC-4BD4-BCA4-2C15AA9AB532}"/>
                </a:ext>
              </a:extLst>
            </p:cNvPr>
            <p:cNvSpPr/>
            <p:nvPr/>
          </p:nvSpPr>
          <p:spPr>
            <a:xfrm>
              <a:off x="2540645" y="5001763"/>
              <a:ext cx="599331" cy="552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👾</a:t>
              </a:r>
              <a:endParaRPr lang="en-US" sz="3000" dirty="0"/>
            </a:p>
          </p:txBody>
        </p:sp>
        <p:sp>
          <p:nvSpPr>
            <p:cNvPr id="297" name="Text 20">
              <a:extLst>
                <a:ext uri="{FF2B5EF4-FFF2-40B4-BE49-F238E27FC236}">
                  <a16:creationId xmlns:a16="http://schemas.microsoft.com/office/drawing/2014/main" id="{ED9BE18D-EDB9-4BA6-FA58-081629A75469}"/>
                </a:ext>
              </a:extLst>
            </p:cNvPr>
            <p:cNvSpPr/>
            <p:nvPr/>
          </p:nvSpPr>
          <p:spPr>
            <a:xfrm>
              <a:off x="3273326" y="4914900"/>
              <a:ext cx="3881225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Waiting for players…</a:t>
              </a:r>
              <a:endParaRPr lang="en-US" sz="3000" dirty="0"/>
            </a:p>
          </p:txBody>
        </p:sp>
        <p:sp>
          <p:nvSpPr>
            <p:cNvPr id="298" name="Shape 21">
              <a:extLst>
                <a:ext uri="{FF2B5EF4-FFF2-40B4-BE49-F238E27FC236}">
                  <a16:creationId xmlns:a16="http://schemas.microsoft.com/office/drawing/2014/main" id="{9E37584E-3E87-E6F5-123A-4CD49C61917E}"/>
                </a:ext>
              </a:extLst>
            </p:cNvPr>
            <p:cNvSpPr/>
            <p:nvPr/>
          </p:nvSpPr>
          <p:spPr>
            <a:xfrm>
              <a:off x="7295778" y="4882699"/>
              <a:ext cx="1009650" cy="4762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2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299" name="Text 22">
              <a:extLst>
                <a:ext uri="{FF2B5EF4-FFF2-40B4-BE49-F238E27FC236}">
                  <a16:creationId xmlns:a16="http://schemas.microsoft.com/office/drawing/2014/main" id="{9FADD0C1-282D-8E80-AB18-425739D3E0B9}"/>
                </a:ext>
              </a:extLst>
            </p:cNvPr>
            <p:cNvSpPr/>
            <p:nvPr/>
          </p:nvSpPr>
          <p:spPr>
            <a:xfrm>
              <a:off x="7505328" y="4958899"/>
              <a:ext cx="237083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100" dirty="0"/>
            </a:p>
          </p:txBody>
        </p:sp>
        <p:sp>
          <p:nvSpPr>
            <p:cNvPr id="300" name="Text 23">
              <a:extLst>
                <a:ext uri="{FF2B5EF4-FFF2-40B4-BE49-F238E27FC236}">
                  <a16:creationId xmlns:a16="http://schemas.microsoft.com/office/drawing/2014/main" id="{94DB0FDF-C1A4-4976-99E0-95158121276B}"/>
                </a:ext>
              </a:extLst>
            </p:cNvPr>
            <p:cNvSpPr/>
            <p:nvPr/>
          </p:nvSpPr>
          <p:spPr>
            <a:xfrm>
              <a:off x="7859688" y="4958899"/>
              <a:ext cx="312390" cy="361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</a:t>
              </a:r>
              <a:endParaRPr lang="en-US" sz="2100" dirty="0"/>
            </a:p>
          </p:txBody>
        </p:sp>
      </p:grpSp>
      <p:sp>
        <p:nvSpPr>
          <p:cNvPr id="301" name="QuizNGo Participants Area">
            <a:extLst>
              <a:ext uri="{FF2B5EF4-FFF2-40B4-BE49-F238E27FC236}">
                <a16:creationId xmlns:a16="http://schemas.microsoft.com/office/drawing/2014/main" id="{1FC188A9-0973-4448-85CA-70E4A72E761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35000" y="1143000"/>
            <a:ext cx="7874000" cy="6096000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302" name="QuizNGo Participants Header Title">
            <a:extLst>
              <a:ext uri="{FF2B5EF4-FFF2-40B4-BE49-F238E27FC236}">
                <a16:creationId xmlns:a16="http://schemas.microsoft.com/office/drawing/2014/main" id="{29918084-4622-471E-BD79-727C2C7DC8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38200" y="1346200"/>
            <a:ext cx="7467600" cy="50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1"/>
          <a:lstStyle/>
          <a:p>
            <a:pPr algn="l"/>
            <a:r>
              <a:rPr lang="he-IL" sz="2000" b="1">
                <a:solidFill>
                  <a:srgbClr val="000000"/>
                </a:solidFill>
              </a:rPr>
              <a:t>מחכים למשתתפים...</a:t>
            </a:r>
            <a:endParaRPr lang="LID4096" sz="2000" b="1">
              <a:solidFill>
                <a:srgbClr val="000000"/>
              </a:solidFill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8A26E2D1-1A15-4C86-A2C9-53FBD455C6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416800" y="1346200"/>
            <a:ext cx="88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1">
            <a:spAutoFit/>
          </a:bodyPr>
          <a:lstStyle/>
          <a:p>
            <a:pPr algn="l"/>
            <a:r>
              <a:rPr lang="en-US" sz="1600" b="1">
                <a:solidFill>
                  <a:srgbClr val="000000"/>
                </a:solidFill>
              </a:rPr>
              <a:t>0</a:t>
            </a:r>
            <a:endParaRPr lang="LID4096" sz="1600" b="1">
              <a:solidFill>
                <a:srgbClr val="000000"/>
              </a:solidFill>
            </a:endParaRPr>
          </a:p>
        </p:txBody>
      </p:sp>
      <p:sp>
        <p:nvSpPr>
          <p:cNvPr id="304" name="QuizNGo Avatar Background Bounds">
            <a:extLst>
              <a:ext uri="{FF2B5EF4-FFF2-40B4-BE49-F238E27FC236}">
                <a16:creationId xmlns:a16="http://schemas.microsoft.com/office/drawing/2014/main" id="{BB40D355-7096-439E-AEAD-AB85D97C7099}"/>
              </a:ext>
            </a:extLst>
          </p:cNvPr>
          <p:cNvSpPr/>
          <p:nvPr/>
        </p:nvSpPr>
        <p:spPr>
          <a:xfrm>
            <a:off x="2921000" y="1930400"/>
            <a:ext cx="3289300" cy="1130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305" name="QuizNGo Avatar Card">
            <a:extLst>
              <a:ext uri="{FF2B5EF4-FFF2-40B4-BE49-F238E27FC236}">
                <a16:creationId xmlns:a16="http://schemas.microsoft.com/office/drawing/2014/main" id="{E5A6D931-80FC-42C2-8801-D6FCEEA8CC3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073400" y="2082800"/>
            <a:ext cx="2984500" cy="825500"/>
          </a:xfrm>
          <a:prstGeom prst="roundRect">
            <a:avLst/>
          </a:prstGeom>
          <a:solidFill>
            <a:srgbClr val="FFFFFF"/>
          </a:solidFill>
          <a:ln w="47625" cap="flat" cmpd="sng" algn="ctr">
            <a:solidFill>
              <a:srgbClr val="1A0A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306" name="QuizNGo Avatar Icon Tile">
            <a:extLst>
              <a:ext uri="{FF2B5EF4-FFF2-40B4-BE49-F238E27FC236}">
                <a16:creationId xmlns:a16="http://schemas.microsoft.com/office/drawing/2014/main" id="{35AD06CD-11C7-4356-B8E6-D9CA2EA4FD1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51200" y="2235200"/>
            <a:ext cx="508000" cy="508000"/>
          </a:xfrm>
          <a:prstGeom prst="roundRect">
            <a:avLst/>
          </a:prstGeom>
          <a:noFill/>
          <a:ln w="15875" cap="flat" cmpd="sng" algn="ctr">
            <a:solidFill>
              <a:srgbClr val="1A0A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307" name="QuizNGo Avatar Icon Template">
            <a:extLst>
              <a:ext uri="{FF2B5EF4-FFF2-40B4-BE49-F238E27FC236}">
                <a16:creationId xmlns:a16="http://schemas.microsoft.com/office/drawing/2014/main" id="{5A1ACF3D-6DFA-4269-9B60-CAC55C08E1A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02000" y="22860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A0A2E"/>
                </a:solidFill>
                <a:latin typeface="Segoe UI Emoji"/>
                <a:ea typeface="Segoe UI Emoji"/>
              </a:rPr>
              <a:t>👤</a:t>
            </a:r>
            <a:endParaRPr lang="LID4096" sz="2000" b="1">
              <a:solidFill>
                <a:srgbClr val="1A0A2E"/>
              </a:solidFill>
              <a:latin typeface="Segoe UI Emoji"/>
              <a:ea typeface="Segoe UI Emoji"/>
            </a:endParaRPr>
          </a:p>
        </p:txBody>
      </p:sp>
      <p:sp>
        <p:nvSpPr>
          <p:cNvPr id="308" name="QuizNGo Avatar Name Template">
            <a:extLst>
              <a:ext uri="{FF2B5EF4-FFF2-40B4-BE49-F238E27FC236}">
                <a16:creationId xmlns:a16="http://schemas.microsoft.com/office/drawing/2014/main" id="{734F575B-9AD3-47B4-BD0A-15D5F2AFC32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898900" y="2324100"/>
            <a:ext cx="1981200" cy="368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50" b="1">
                <a:solidFill>
                  <a:srgbClr val="1A0A2E"/>
                </a:solidFill>
                <a:latin typeface="Arial"/>
                <a:cs typeface="Arial"/>
              </a:rPr>
              <a:t>Preview</a:t>
            </a:r>
            <a:endParaRPr lang="LID4096" sz="2250" b="1">
              <a:solidFill>
                <a:srgbClr val="1A0A2E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223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4237881" y="533400"/>
            <a:ext cx="7564338" cy="200025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 rot="763655">
            <a:off x="7760739" y="504201"/>
            <a:ext cx="45719" cy="2068761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8131652" y="999672"/>
            <a:ext cx="32102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PIN: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17459" y="1269775"/>
            <a:ext cx="34027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50" dirty="0">
                <a:solidFill>
                  <a:srgbClr val="1A0A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742-069</a:t>
            </a:r>
            <a:endParaRPr lang="en-US" sz="6000" b="1" spc="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049869" y="533400"/>
            <a:ext cx="2000250" cy="20002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FAF397-6BEC-2518-DB53-F2FCA8F31B7A}"/>
              </a:ext>
            </a:extLst>
          </p:cNvPr>
          <p:cNvGrpSpPr/>
          <p:nvPr/>
        </p:nvGrpSpPr>
        <p:grpSpPr>
          <a:xfrm>
            <a:off x="6130552" y="5924111"/>
            <a:ext cx="6405860" cy="820288"/>
            <a:chOff x="2197745" y="4733925"/>
            <a:chExt cx="6405860" cy="820288"/>
          </a:xfrm>
        </p:grpSpPr>
        <p:sp>
          <p:nvSpPr>
            <p:cNvPr id="21" name="Shape 18"/>
            <p:cNvSpPr/>
            <p:nvPr/>
          </p:nvSpPr>
          <p:spPr>
            <a:xfrm>
              <a:off x="2197745" y="4733925"/>
              <a:ext cx="6405860" cy="819150"/>
            </a:xfrm>
            <a:prstGeom prst="roundRect">
              <a:avLst>
                <a:gd name="adj" fmla="val 23256"/>
              </a:avLst>
            </a:prstGeom>
            <a:solidFill>
              <a:srgbClr val="1A0A2E">
                <a:alpha val="42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 19"/>
            <p:cNvSpPr/>
            <p:nvPr/>
          </p:nvSpPr>
          <p:spPr>
            <a:xfrm>
              <a:off x="2540645" y="5001763"/>
              <a:ext cx="599331" cy="552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👾</a:t>
              </a:r>
              <a:endParaRPr lang="en-US" sz="30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3273326" y="4914900"/>
              <a:ext cx="3881225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Waiting for players…</a:t>
              </a:r>
              <a:endParaRPr lang="en-US" sz="30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7295778" y="4882699"/>
              <a:ext cx="1009650" cy="4762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2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Text 22"/>
            <p:cNvSpPr/>
            <p:nvPr/>
          </p:nvSpPr>
          <p:spPr>
            <a:xfrm>
              <a:off x="7505328" y="4958899"/>
              <a:ext cx="237083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1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7859688" y="4958899"/>
              <a:ext cx="312390" cy="361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</a:t>
              </a:r>
              <a:endParaRPr lang="en-US" sz="210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3060085" y="5877266"/>
            <a:ext cx="2269866" cy="837519"/>
          </a:xfrm>
          <a:prstGeom prst="roundRect">
            <a:avLst>
              <a:gd name="adj" fmla="val 20471"/>
            </a:avLst>
          </a:prstGeom>
          <a:solidFill>
            <a:srgbClr val="FFFFFF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8" name="Shape 25"/>
          <p:cNvSpPr/>
          <p:nvPr/>
        </p:nvSpPr>
        <p:spPr>
          <a:xfrm>
            <a:off x="3240913" y="6039059"/>
            <a:ext cx="513932" cy="513931"/>
          </a:xfrm>
          <a:prstGeom prst="roundRect">
            <a:avLst>
              <a:gd name="adj" fmla="val 22240"/>
            </a:avLst>
          </a:prstGeom>
          <a:solidFill>
            <a:srgbClr val="FF2E93"/>
          </a:solidFill>
          <a:ln w="28575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6"/>
          <p:cNvSpPr/>
          <p:nvPr/>
        </p:nvSpPr>
        <p:spPr>
          <a:xfrm>
            <a:off x="3231388" y="6067634"/>
            <a:ext cx="532982" cy="494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🐸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3888087" y="6124715"/>
            <a:ext cx="1261099" cy="38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Frogster</a:t>
            </a:r>
            <a:endParaRPr lang="en-US" sz="2250" dirty="0"/>
          </a:p>
        </p:txBody>
      </p:sp>
      <p:sp>
        <p:nvSpPr>
          <p:cNvPr id="31" name="Shape 28"/>
          <p:cNvSpPr/>
          <p:nvPr/>
        </p:nvSpPr>
        <p:spPr>
          <a:xfrm>
            <a:off x="5393385" y="5803685"/>
            <a:ext cx="2457594" cy="919740"/>
          </a:xfrm>
          <a:prstGeom prst="roundRect">
            <a:avLst>
              <a:gd name="adj" fmla="val 18641"/>
            </a:avLst>
          </a:prstGeom>
          <a:solidFill>
            <a:srgbClr val="FFFFFF">
              <a:alpha val="92000"/>
            </a:srgbClr>
          </a:solidFill>
          <a:ln w="47625">
            <a:solidFill>
              <a:srgbClr val="1A0A2E">
                <a:alpha val="92000"/>
              </a:srgbClr>
            </a:solidFill>
            <a:prstDash val="solid"/>
          </a:ln>
          <a:effectLst>
            <a:outerShdw blurRad="101600" dist="66675" dir="5400000" algn="bl" rotWithShape="0">
              <a:srgbClr val="1A0A2E">
                <a:alpha val="91854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Shape 29"/>
          <p:cNvSpPr/>
          <p:nvPr/>
        </p:nvSpPr>
        <p:spPr>
          <a:xfrm>
            <a:off x="5591965" y="5981362"/>
            <a:ext cx="564386" cy="564386"/>
          </a:xfrm>
          <a:prstGeom prst="roundRect">
            <a:avLst>
              <a:gd name="adj" fmla="val 20252"/>
            </a:avLst>
          </a:prstGeom>
          <a:solidFill>
            <a:srgbClr val="B6FF3C"/>
          </a:solidFill>
          <a:ln w="28575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0"/>
          <p:cNvSpPr/>
          <p:nvPr/>
        </p:nvSpPr>
        <p:spPr>
          <a:xfrm>
            <a:off x="5582440" y="6009937"/>
            <a:ext cx="583436" cy="545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302673" y="6075426"/>
            <a:ext cx="1342312" cy="414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0A2E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PixelFox</a:t>
            </a:r>
            <a:endParaRPr lang="en-US" sz="2250" dirty="0"/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C5E9484B-38C6-F5E4-580B-B8453D91BDFE}"/>
              </a:ext>
            </a:extLst>
          </p:cNvPr>
          <p:cNvSpPr/>
          <p:nvPr/>
        </p:nvSpPr>
        <p:spPr>
          <a:xfrm>
            <a:off x="4481449" y="994343"/>
            <a:ext cx="3298207" cy="99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205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r>
              <a:rPr lang="en-US" sz="20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game.quizngo.com</a:t>
            </a:r>
          </a:p>
          <a:p>
            <a:pPr>
              <a:lnSpc>
                <a:spcPct val="125000"/>
              </a:lnSpc>
            </a:pPr>
            <a:r>
              <a:rPr lang="en-US" sz="205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scan the QR </a:t>
            </a:r>
            <a:r>
              <a:rPr lang="en-US" sz="20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join</a:t>
            </a:r>
            <a:endParaRPr lang="en-US" sz="20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65EA094-2D27-7364-186E-B3306865D0A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135594" y="619125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84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446159-17B2-4FFD-6007-09A752095EF5}"/>
              </a:ext>
            </a:extLst>
          </p:cNvPr>
          <p:cNvSpPr>
            <a:spLocks noGrp="1"/>
          </p:cNvSpPr>
          <p:nvPr>
            <p:ph type="body" sz="quarter" idx="1011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180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DCC014-819A-D3FB-8CDA-6ABE751661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that runs the internet</a:t>
            </a:r>
            <a:endParaRPr lang="en-US" sz="28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2308-2541-6D1D-BD37-288099B8F23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physical robot</a:t>
            </a:r>
            <a:endParaRPr lang="en-US" sz="28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52E11-1A5C-E720-E50E-611B833B999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that does “smart” tasks — recognizing images, writing text</a:t>
            </a:r>
            <a:endParaRPr lang="en-US" sz="285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DE756-245C-9665-244C-2A4F550E79DF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that thinks exactly like a human</a:t>
            </a:r>
            <a:endParaRPr lang="en-US" sz="2850" dirty="0"/>
          </a:p>
        </p:txBody>
      </p:sp>
      <p:pic>
        <p:nvPicPr>
          <p:cNvPr id="8" name="Picture">
            <a:extLst>
              <a:ext uri="{FF2B5EF4-FFF2-40B4-BE49-F238E27FC236}">
                <a16:creationId xmlns:a16="http://schemas.microsoft.com/office/drawing/2014/main" id="{EDF6FC4F-19F4-63BF-C227-01598B4F3F07}"/>
              </a:ext>
            </a:extLst>
          </p:cNvPr>
          <p:cNvPicPr>
            <a:picLocks noGrp="1" noChangeAspect="1"/>
          </p:cNvPicPr>
          <p:nvPr>
            <p:ph type="pic" idx="1009"/>
          </p:nvPr>
        </p:nvPicPr>
        <p:blipFill>
          <a:blip r:embed="rId2"/>
          <a:srcRect t="840" b="840"/>
          <a:stretch/>
        </p:blipFill>
        <p:spPr>
          <a:custGeom>
            <a:avLst/>
            <a:gdLst>
              <a:gd name="connsiteX0" fmla="*/ 252178 w 10563624"/>
              <a:gd name="connsiteY0" fmla="*/ 0 h 2596935"/>
              <a:gd name="connsiteX1" fmla="*/ 10296932 w 10563624"/>
              <a:gd name="connsiteY1" fmla="*/ 0 h 2596935"/>
              <a:gd name="connsiteX2" fmla="*/ 10563624 w 10563624"/>
              <a:gd name="connsiteY2" fmla="*/ 266692 h 2596935"/>
              <a:gd name="connsiteX3" fmla="*/ 10563624 w 10563624"/>
              <a:gd name="connsiteY3" fmla="*/ 2353845 h 2596935"/>
              <a:gd name="connsiteX4" fmla="*/ 10446042 w 10563624"/>
              <a:gd name="connsiteY4" fmla="*/ 2574990 h 2596935"/>
              <a:gd name="connsiteX5" fmla="*/ 10405612 w 10563624"/>
              <a:gd name="connsiteY5" fmla="*/ 2596935 h 2596935"/>
              <a:gd name="connsiteX6" fmla="*/ 143498 w 10563624"/>
              <a:gd name="connsiteY6" fmla="*/ 2596935 h 2596935"/>
              <a:gd name="connsiteX7" fmla="*/ 103068 w 10563624"/>
              <a:gd name="connsiteY7" fmla="*/ 2574990 h 2596935"/>
              <a:gd name="connsiteX8" fmla="*/ 6444 w 10563624"/>
              <a:gd name="connsiteY8" fmla="*/ 2457654 h 2596935"/>
              <a:gd name="connsiteX9" fmla="*/ 0 w 10563624"/>
              <a:gd name="connsiteY9" fmla="*/ 2425736 h 2596935"/>
              <a:gd name="connsiteX10" fmla="*/ 0 w 10563624"/>
              <a:gd name="connsiteY10" fmla="*/ 194802 h 2596935"/>
              <a:gd name="connsiteX11" fmla="*/ 6444 w 10563624"/>
              <a:gd name="connsiteY11" fmla="*/ 162884 h 2596935"/>
              <a:gd name="connsiteX12" fmla="*/ 252178 w 10563624"/>
              <a:gd name="connsiteY12" fmla="*/ 0 h 259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563624" h="2596935">
                <a:moveTo>
                  <a:pt x="252178" y="0"/>
                </a:moveTo>
                <a:lnTo>
                  <a:pt x="10296932" y="0"/>
                </a:lnTo>
                <a:cubicBezTo>
                  <a:pt x="10444222" y="0"/>
                  <a:pt x="10563624" y="119402"/>
                  <a:pt x="10563624" y="266692"/>
                </a:cubicBezTo>
                <a:lnTo>
                  <a:pt x="10563624" y="2353845"/>
                </a:lnTo>
                <a:cubicBezTo>
                  <a:pt x="10563624" y="2445902"/>
                  <a:pt x="10516983" y="2527064"/>
                  <a:pt x="10446042" y="2574990"/>
                </a:cubicBezTo>
                <a:lnTo>
                  <a:pt x="10405612" y="2596935"/>
                </a:lnTo>
                <a:lnTo>
                  <a:pt x="143498" y="2596935"/>
                </a:lnTo>
                <a:lnTo>
                  <a:pt x="103068" y="2574990"/>
                </a:lnTo>
                <a:cubicBezTo>
                  <a:pt x="60504" y="2546235"/>
                  <a:pt x="26687" y="2505514"/>
                  <a:pt x="6444" y="2457654"/>
                </a:cubicBezTo>
                <a:lnTo>
                  <a:pt x="0" y="2425736"/>
                </a:lnTo>
                <a:lnTo>
                  <a:pt x="0" y="194802"/>
                </a:lnTo>
                <a:lnTo>
                  <a:pt x="6444" y="162884"/>
                </a:lnTo>
                <a:cubicBezTo>
                  <a:pt x="46930" y="67164"/>
                  <a:pt x="141711" y="0"/>
                  <a:pt x="252178" y="0"/>
                </a:cubicBezTo>
                <a:close/>
              </a:path>
            </a:pathLst>
          </a:custGeom>
          <a:noFill/>
          <a:ln w="73025">
            <a:solidFill>
              <a:srgbClr val="1A0A2E"/>
            </a:solidFill>
          </a:ln>
          <a:effectLst>
            <a:outerShdw blurRad="101600" dist="139700" dir="5400000" algn="ctr" rotWithShape="0">
              <a:srgbClr val="000000"/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46500D-84A7-9962-104B-BE9881747796}"/>
              </a:ext>
            </a:extLst>
          </p:cNvPr>
          <p:cNvSpPr>
            <a:spLocks noGrp="1"/>
          </p:cNvSpPr>
          <p:nvPr>
            <p:ph type="body" idx="10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What is artificial intelligence?</a:t>
            </a:r>
            <a:endParaRPr lang="LID4096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7556EAED-3606-DC99-8311-1BDFF22A78D8}"/>
              </a:ext>
            </a:extLst>
          </p:cNvPr>
          <p:cNvSpPr>
            <a:spLocks noGrp="1"/>
          </p:cNvSpPr>
          <p:nvPr/>
        </p:nvSpPr>
        <p:spPr>
          <a:xfrm>
            <a:off x="7722046" y="1005840"/>
            <a:ext cx="2838004" cy="67627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/ </a:t>
            </a:r>
            <a:r>
              <a:rPr lang="he-IL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2416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2D60645B-20FA-3F7E-DBB1-79AD112CE7D0}"/>
              </a:ext>
            </a:extLst>
          </p:cNvPr>
          <p:cNvPicPr>
            <a:picLocks noGrp="1" noChangeAspect="1"/>
          </p:cNvPicPr>
          <p:nvPr>
            <p:ph type="pic" idx="1009" hasCustomPrompt="1"/>
          </p:nvPr>
        </p:nvPicPr>
        <p:blipFill>
          <a:blip r:embed="rId3"/>
          <a:stretch>
            <a:fillRect/>
          </a:stretch>
        </p:blipFill>
        <p:spPr>
          <a:xfrm>
            <a:off x="887589" y="2603046"/>
            <a:ext cx="5664042" cy="70775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5" name="Shape 9">
            <a:extLst>
              <a:ext uri="{FF2B5EF4-FFF2-40B4-BE49-F238E27FC236}">
                <a16:creationId xmlns:a16="http://schemas.microsoft.com/office/drawing/2014/main" id="{56088773-D0DA-554D-314D-86A7D6A1B10B}"/>
              </a:ext>
            </a:extLst>
          </p:cNvPr>
          <p:cNvSpPr/>
          <p:nvPr/>
        </p:nvSpPr>
        <p:spPr>
          <a:xfrm>
            <a:off x="8048384" y="7177843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841CD5C0-AFC8-6527-1F07-9D95942BF7E4}"/>
              </a:ext>
            </a:extLst>
          </p:cNvPr>
          <p:cNvSpPr/>
          <p:nvPr/>
        </p:nvSpPr>
        <p:spPr>
          <a:xfrm>
            <a:off x="7406640" y="4297679"/>
            <a:ext cx="4838700" cy="18288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2237D843-1755-4CDE-E2F0-562DE96D4C35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540" y="4983479"/>
            <a:ext cx="456481" cy="454588"/>
          </a:xfrm>
          <a:prstGeom prst="rect">
            <a:avLst/>
          </a:prstGeom>
        </p:spPr>
      </p:pic>
      <p:sp>
        <p:nvSpPr>
          <p:cNvPr id="48" name="Text 20">
            <a:extLst>
              <a:ext uri="{FF2B5EF4-FFF2-40B4-BE49-F238E27FC236}">
                <a16:creationId xmlns:a16="http://schemas.microsoft.com/office/drawing/2014/main" id="{44E148F4-B63D-BA8C-49BE-F5CD363B64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06689" y="4417694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game</a:t>
            </a:r>
            <a:endParaRPr lang="en-US" sz="280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67127209-C5BB-69AB-A8AE-6B23B87BBEA0}"/>
              </a:ext>
            </a:extLst>
          </p:cNvPr>
          <p:cNvSpPr/>
          <p:nvPr/>
        </p:nvSpPr>
        <p:spPr>
          <a:xfrm>
            <a:off x="12618720" y="4297679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B12E49FA-2653-60B2-5EB0-A81ECF33EA53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4620" y="4983479"/>
            <a:ext cx="456481" cy="457200"/>
          </a:xfrm>
          <a:prstGeom prst="rect">
            <a:avLst/>
          </a:prstGeom>
        </p:spPr>
      </p:pic>
      <p:sp>
        <p:nvSpPr>
          <p:cNvPr id="51" name="Text 22">
            <a:extLst>
              <a:ext uri="{FF2B5EF4-FFF2-40B4-BE49-F238E27FC236}">
                <a16:creationId xmlns:a16="http://schemas.microsoft.com/office/drawing/2014/main" id="{1F44FB9E-1C65-1236-2471-B49703378BB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3518769" y="4417694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regular search engine</a:t>
            </a:r>
            <a:endParaRPr lang="en-US" sz="280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23CCA753-4F83-B2C6-6BE9-CF1760E8502C}"/>
              </a:ext>
            </a:extLst>
          </p:cNvPr>
          <p:cNvSpPr/>
          <p:nvPr/>
        </p:nvSpPr>
        <p:spPr>
          <a:xfrm>
            <a:off x="7406640" y="6675118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AAB0DAE8-9ADC-E576-FAB5-8A3CD2D4B473}"/>
              </a:ext>
            </a:extLst>
          </p:cNvPr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2540" y="7360919"/>
            <a:ext cx="456481" cy="457200"/>
          </a:xfrm>
          <a:prstGeom prst="rect">
            <a:avLst/>
          </a:prstGeom>
        </p:spPr>
      </p:pic>
      <p:sp>
        <p:nvSpPr>
          <p:cNvPr id="54" name="Text 24">
            <a:extLst>
              <a:ext uri="{FF2B5EF4-FFF2-40B4-BE49-F238E27FC236}">
                <a16:creationId xmlns:a16="http://schemas.microsoft.com/office/drawing/2014/main" id="{3691811E-1418-D372-4DDF-D0200B2AE78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8306689" y="6795134"/>
            <a:ext cx="3678682" cy="158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An AI tool that gives natural answers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D95D7150-F2DC-A0C1-192E-5AC48C7A36CD}"/>
              </a:ext>
            </a:extLst>
          </p:cNvPr>
          <p:cNvSpPr/>
          <p:nvPr/>
        </p:nvSpPr>
        <p:spPr>
          <a:xfrm>
            <a:off x="12618720" y="6675118"/>
            <a:ext cx="4838700" cy="18288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52C46E8D-4459-A51E-8CD8-8E58D0CB7991}"/>
              </a:ext>
            </a:extLst>
          </p:cNvPr>
          <p:cNvPicPr>
            <a:picLocks noGr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4620" y="7360919"/>
            <a:ext cx="456308" cy="457200"/>
          </a:xfrm>
          <a:prstGeom prst="rect">
            <a:avLst/>
          </a:prstGeom>
        </p:spPr>
      </p:pic>
      <p:sp>
        <p:nvSpPr>
          <p:cNvPr id="57" name="Text 26">
            <a:extLst>
              <a:ext uri="{FF2B5EF4-FFF2-40B4-BE49-F238E27FC236}">
                <a16:creationId xmlns:a16="http://schemas.microsoft.com/office/drawing/2014/main" id="{59D65101-72AD-CFD2-37FF-EF8502634182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13518769" y="6795134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Video-editing software only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24000" y="7410450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10B3C642-4575-FB97-6A20-D81A50244E7A}"/>
              </a:ext>
            </a:extLst>
          </p:cNvPr>
          <p:cNvSpPr/>
          <p:nvPr/>
        </p:nvSpPr>
        <p:spPr>
          <a:xfrm>
            <a:off x="838200" y="628650"/>
            <a:ext cx="1428750" cy="1428750"/>
          </a:xfrm>
          <a:prstGeom prst="ellipse">
            <a:avLst/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3EA314DC-F408-94F2-FB48-7FF5AFDB322E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5049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650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BA3FC194-DC61-EB2A-5FFD-36AF35F1E80D}"/>
              </a:ext>
            </a:extLst>
          </p:cNvPr>
          <p:cNvSpPr/>
          <p:nvPr/>
        </p:nvSpPr>
        <p:spPr>
          <a:xfrm>
            <a:off x="15413682" y="609600"/>
            <a:ext cx="2036118" cy="1466850"/>
          </a:xfrm>
          <a:prstGeom prst="roundRect">
            <a:avLst>
              <a:gd name="adj" fmla="val 16883"/>
            </a:avLst>
          </a:prstGeom>
          <a:solidFill>
            <a:srgbClr val="000000">
              <a:alpha val="2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65DBBBC8-CAF8-C92B-03B5-4B711F095F0A}"/>
              </a:ext>
            </a:extLst>
          </p:cNvPr>
          <p:cNvSpPr>
            <a:spLocks noGrp="1"/>
          </p:cNvSpPr>
          <p:nvPr/>
        </p:nvSpPr>
        <p:spPr>
          <a:xfrm>
            <a:off x="16100078" y="819150"/>
            <a:ext cx="73952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5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9B174B43-CD47-5942-332B-E32544047CD0}"/>
              </a:ext>
            </a:extLst>
          </p:cNvPr>
          <p:cNvSpPr>
            <a:spLocks noGrp="1"/>
          </p:cNvSpPr>
          <p:nvPr/>
        </p:nvSpPr>
        <p:spPr>
          <a:xfrm>
            <a:off x="15794682" y="1581150"/>
            <a:ext cx="13503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800" dirty="0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8CDB05E4-2770-2219-CAB4-AB24F2B6541B}"/>
              </a:ext>
            </a:extLst>
          </p:cNvPr>
          <p:cNvSpPr>
            <a:spLocks noGrp="1"/>
          </p:cNvSpPr>
          <p:nvPr/>
        </p:nvSpPr>
        <p:spPr>
          <a:xfrm>
            <a:off x="7722046" y="1005840"/>
            <a:ext cx="2838004" cy="67627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</a:t>
            </a:r>
            <a:r>
              <a:rPr lang="he-IL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he-IL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4C26F6DB-D048-A56D-DDE8-164A63E009FD}"/>
              </a:ext>
            </a:extLst>
          </p:cNvPr>
          <p:cNvPicPr>
            <a:picLocks noGrp="1" noChangeAspect="1"/>
          </p:cNvPicPr>
          <p:nvPr>
            <p:ph type="pic" idx="1014" hasCustomPrompt="1"/>
          </p:nvPr>
        </p:nvPicPr>
        <p:blipFill>
          <a:blip r:embed="rId8"/>
          <a:srcRect t="10834" b="29796"/>
          <a:stretch/>
        </p:blipFill>
        <p:spPr>
          <a:xfrm>
            <a:off x="7457394" y="3037594"/>
            <a:ext cx="9905958" cy="85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52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 rot="3229118">
            <a:off x="15335250" y="1143000"/>
            <a:ext cx="1428750" cy="14287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>
            <a:spLocks noGrp="1"/>
          </p:cNvSpPr>
          <p:nvPr>
            <p:ph type="body" idx="1"/>
          </p:nvPr>
        </p:nvSpPr>
        <p:spPr>
          <a:xfrm>
            <a:off x="441689" y="3129487"/>
            <a:ext cx="11066526" cy="834974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6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300" b="1" dirty="0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Which of these is an everyday use of AI?</a:t>
            </a:r>
            <a:endParaRPr lang="en-US" sz="43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779F809-4B4D-82D7-93AF-BBC60F293C9E}"/>
              </a:ext>
            </a:extLst>
          </p:cNvPr>
          <p:cNvSpPr/>
          <p:nvPr/>
        </p:nvSpPr>
        <p:spPr>
          <a:xfrm>
            <a:off x="838200" y="628650"/>
            <a:ext cx="1428750" cy="1428750"/>
          </a:xfrm>
          <a:prstGeom prst="ellipse">
            <a:avLst/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24F62D0C-89A9-D379-002A-568CF9C14151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5049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65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D8E948CF-0CB6-5E38-EED3-714D96A39529}"/>
              </a:ext>
            </a:extLst>
          </p:cNvPr>
          <p:cNvSpPr/>
          <p:nvPr/>
        </p:nvSpPr>
        <p:spPr>
          <a:xfrm>
            <a:off x="7421314" y="1004887"/>
            <a:ext cx="2838004" cy="67627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6F16BC5-7F29-7146-1346-61E79867E7AA}"/>
              </a:ext>
            </a:extLst>
          </p:cNvPr>
          <p:cNvSpPr>
            <a:spLocks noGrp="1"/>
          </p:cNvSpPr>
          <p:nvPr/>
        </p:nvSpPr>
        <p:spPr>
          <a:xfrm>
            <a:off x="7754689" y="1147763"/>
            <a:ext cx="22563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</a:t>
            </a:r>
            <a:r>
              <a:rPr lang="he-IL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10</a:t>
            </a:r>
            <a:endParaRPr lang="en-US" sz="255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94B2F21F-D644-C2F7-4079-75587C716C2B}"/>
              </a:ext>
            </a:extLst>
          </p:cNvPr>
          <p:cNvSpPr/>
          <p:nvPr/>
        </p:nvSpPr>
        <p:spPr>
          <a:xfrm>
            <a:off x="15413682" y="609600"/>
            <a:ext cx="2036118" cy="1466850"/>
          </a:xfrm>
          <a:prstGeom prst="roundRect">
            <a:avLst>
              <a:gd name="adj" fmla="val 16883"/>
            </a:avLst>
          </a:prstGeom>
          <a:solidFill>
            <a:srgbClr val="000000">
              <a:alpha val="2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71CC2C3C-33A0-56A5-3FCE-18DF94EC269C}"/>
              </a:ext>
            </a:extLst>
          </p:cNvPr>
          <p:cNvSpPr>
            <a:spLocks noGrp="1"/>
          </p:cNvSpPr>
          <p:nvPr/>
        </p:nvSpPr>
        <p:spPr>
          <a:xfrm>
            <a:off x="16100078" y="819150"/>
            <a:ext cx="73952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5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F5A741A4-BED3-6E66-25CA-7B67D336BA94}"/>
              </a:ext>
            </a:extLst>
          </p:cNvPr>
          <p:cNvSpPr>
            <a:spLocks noGrp="1"/>
          </p:cNvSpPr>
          <p:nvPr/>
        </p:nvSpPr>
        <p:spPr>
          <a:xfrm>
            <a:off x="15794682" y="1581150"/>
            <a:ext cx="13503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800" dirty="0"/>
          </a:p>
        </p:txBody>
      </p:sp>
      <p:pic>
        <p:nvPicPr>
          <p:cNvPr id="45" name="Picture Placeholder 44">
            <a:extLst>
              <a:ext uri="{FF2B5EF4-FFF2-40B4-BE49-F238E27FC236}">
                <a16:creationId xmlns:a16="http://schemas.microsoft.com/office/drawing/2014/main" id="{633BE68C-AB70-2636-9222-46F89FDFBAA9}"/>
              </a:ext>
            </a:extLst>
          </p:cNvPr>
          <p:cNvPicPr>
            <a:picLocks noGrp="1" noChangeAspect="1"/>
          </p:cNvPicPr>
          <p:nvPr>
            <p:ph type="pic" idx="1006" hasCustomPrompt="1"/>
          </p:nvPr>
        </p:nvPicPr>
        <p:blipFill>
          <a:blip r:embed="rId3"/>
          <a:stretch>
            <a:fillRect/>
          </a:stretch>
        </p:blipFill>
        <p:spPr>
          <a:xfrm>
            <a:off x="11899160" y="2533650"/>
            <a:ext cx="5666611" cy="70807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Shape 9">
            <a:extLst>
              <a:ext uri="{FF2B5EF4-FFF2-40B4-BE49-F238E27FC236}">
                <a16:creationId xmlns:a16="http://schemas.microsoft.com/office/drawing/2014/main" id="{C8910C15-A4D7-C9FB-4191-CF87C64CAE52}"/>
              </a:ext>
            </a:extLst>
          </p:cNvPr>
          <p:cNvSpPr/>
          <p:nvPr/>
        </p:nvSpPr>
        <p:spPr>
          <a:xfrm>
            <a:off x="1450385" y="7500355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AA80935D-1CEA-EAC0-47B5-C11E855C2B53}"/>
              </a:ext>
            </a:extLst>
          </p:cNvPr>
          <p:cNvSpPr/>
          <p:nvPr/>
        </p:nvSpPr>
        <p:spPr>
          <a:xfrm>
            <a:off x="800100" y="4630978"/>
            <a:ext cx="4838700" cy="18288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8A09FE5-DB59-82A4-4E01-E86FE4AA0731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5316778"/>
            <a:ext cx="533400" cy="457200"/>
          </a:xfrm>
          <a:prstGeom prst="rect">
            <a:avLst/>
          </a:prstGeom>
        </p:spPr>
      </p:pic>
      <p:sp>
        <p:nvSpPr>
          <p:cNvPr id="7" name="Text 20">
            <a:extLst>
              <a:ext uri="{FF2B5EF4-FFF2-40B4-BE49-F238E27FC236}">
                <a16:creationId xmlns:a16="http://schemas.microsoft.com/office/drawing/2014/main" id="{B567BF70-457F-8AED-447E-1C9B881CA09E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1700149" y="4750993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&amp; YouTube recommendations</a:t>
            </a:r>
            <a:endParaRPr lang="en-US" sz="2800" dirty="0"/>
          </a:p>
        </p:txBody>
      </p:sp>
      <p:sp>
        <p:nvSpPr>
          <p:cNvPr id="8" name="Shape 21">
            <a:extLst>
              <a:ext uri="{FF2B5EF4-FFF2-40B4-BE49-F238E27FC236}">
                <a16:creationId xmlns:a16="http://schemas.microsoft.com/office/drawing/2014/main" id="{63C860EB-C52D-5ECB-0FAE-22B9CD7FAB4D}"/>
              </a:ext>
            </a:extLst>
          </p:cNvPr>
          <p:cNvSpPr/>
          <p:nvPr/>
        </p:nvSpPr>
        <p:spPr>
          <a:xfrm>
            <a:off x="6030155" y="4630978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DBF4CB4F-9EC1-08DE-4131-33AE89099F37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055" y="5291378"/>
            <a:ext cx="471112" cy="495300"/>
          </a:xfrm>
          <a:prstGeom prst="rect">
            <a:avLst/>
          </a:prstGeom>
        </p:spPr>
      </p:pic>
      <p:sp>
        <p:nvSpPr>
          <p:cNvPr id="10" name="Text 22">
            <a:extLst>
              <a:ext uri="{FF2B5EF4-FFF2-40B4-BE49-F238E27FC236}">
                <a16:creationId xmlns:a16="http://schemas.microsoft.com/office/drawing/2014/main" id="{7EBFD4D8-1EB9-6461-1308-DA385442C91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930204" y="4750993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Spell-check on </a:t>
            </a:r>
            <a:endParaRPr lang="he-IL" sz="28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</a:t>
            </a:r>
            <a:endParaRPr lang="en-US" sz="2800" dirty="0"/>
          </a:p>
        </p:txBody>
      </p:sp>
      <p:sp>
        <p:nvSpPr>
          <p:cNvPr id="12" name="Shape 23">
            <a:extLst>
              <a:ext uri="{FF2B5EF4-FFF2-40B4-BE49-F238E27FC236}">
                <a16:creationId xmlns:a16="http://schemas.microsoft.com/office/drawing/2014/main" id="{10B38295-BDA9-4FE4-321D-2D795ED8FE2E}"/>
              </a:ext>
            </a:extLst>
          </p:cNvPr>
          <p:cNvSpPr/>
          <p:nvPr/>
        </p:nvSpPr>
        <p:spPr>
          <a:xfrm>
            <a:off x="800100" y="6991058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1722D7C0-B743-351E-6DC2-7DB3595D3619}"/>
              </a:ext>
            </a:extLst>
          </p:cNvPr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7651458"/>
            <a:ext cx="495300" cy="495300"/>
          </a:xfrm>
          <a:prstGeom prst="rect">
            <a:avLst/>
          </a:prstGeom>
        </p:spPr>
      </p:pic>
      <p:sp>
        <p:nvSpPr>
          <p:cNvPr id="14" name="Text 24">
            <a:extLst>
              <a:ext uri="{FF2B5EF4-FFF2-40B4-BE49-F238E27FC236}">
                <a16:creationId xmlns:a16="http://schemas.microsoft.com/office/drawing/2014/main" id="{75408923-5394-EA8B-036F-B71E47C2C285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700149" y="7111073"/>
            <a:ext cx="3678682" cy="158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Voice assistants like Siri or Alexa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92379ADE-E04E-772E-1CF3-2798DC63F0A8}"/>
              </a:ext>
            </a:extLst>
          </p:cNvPr>
          <p:cNvSpPr/>
          <p:nvPr/>
        </p:nvSpPr>
        <p:spPr>
          <a:xfrm>
            <a:off x="6030155" y="6991058"/>
            <a:ext cx="4838700" cy="18288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BBB69663-4BCE-B2DE-300B-58CF856482CD}"/>
              </a:ext>
            </a:extLst>
          </p:cNvPr>
          <p:cNvPicPr>
            <a:picLocks noGr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6055" y="7664158"/>
            <a:ext cx="476250" cy="476250"/>
          </a:xfrm>
          <a:prstGeom prst="rect">
            <a:avLst/>
          </a:prstGeom>
        </p:spPr>
      </p:pic>
      <p:sp>
        <p:nvSpPr>
          <p:cNvPr id="17" name="Text 26">
            <a:extLst>
              <a:ext uri="{FF2B5EF4-FFF2-40B4-BE49-F238E27FC236}">
                <a16:creationId xmlns:a16="http://schemas.microsoft.com/office/drawing/2014/main" id="{E799657D-3B18-36A6-0F22-71C0044E01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930204" y="7111073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 above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204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1305248" y="3127454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1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pic>
        <p:nvPicPr>
          <p:cNvPr id="23" name="Image 1" descr="preencoded.png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260" y="5796740"/>
            <a:ext cx="419989" cy="419989"/>
          </a:xfrm>
          <a:prstGeom prst="rect">
            <a:avLst/>
          </a:prstGeom>
        </p:spPr>
      </p:pic>
      <p:sp>
        <p:nvSpPr>
          <p:cNvPr id="24" name="Text 20"/>
          <p:cNvSpPr>
            <a:spLocks noGrp="1"/>
          </p:cNvSpPr>
          <p:nvPr>
            <p:ph type="body" idx="2"/>
          </p:nvPr>
        </p:nvSpPr>
        <p:spPr>
          <a:xfrm>
            <a:off x="2235268" y="5696791"/>
            <a:ext cx="6482334" cy="620014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faces in a 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9" name="Picture Placeholder 68">
            <a:extLst>
              <a:ext uri="{FF2B5EF4-FFF2-40B4-BE49-F238E27FC236}">
                <a16:creationId xmlns:a16="http://schemas.microsoft.com/office/drawing/2014/main" id="{B2C8AEB6-9B2A-6B98-2181-911DA7519C78}"/>
              </a:ext>
            </a:extLst>
          </p:cNvPr>
          <p:cNvPicPr>
            <a:picLocks noGrp="1"/>
          </p:cNvPicPr>
          <p:nvPr>
            <p:ph type="pic" idx="1003" hasCustomPrompt="1"/>
          </p:nvPr>
        </p:nvPicPr>
        <p:blipFill>
          <a:blip r:embed="rId4"/>
          <a:srcRect l="62"/>
          <a:stretch>
            <a:fillRect/>
          </a:stretch>
        </p:blipFill>
        <p:spPr>
          <a:xfrm>
            <a:off x="1539506" y="3315205"/>
            <a:ext cx="7347582" cy="2362536"/>
          </a:xfrm>
          <a:custGeom>
            <a:avLst/>
            <a:gdLst>
              <a:gd name="connsiteX0" fmla="*/ 189295 w 7302255"/>
              <a:gd name="connsiteY0" fmla="*/ 0 h 2435597"/>
              <a:gd name="connsiteX1" fmla="*/ 7112960 w 7302255"/>
              <a:gd name="connsiteY1" fmla="*/ 0 h 2435597"/>
              <a:gd name="connsiteX2" fmla="*/ 7302255 w 7302255"/>
              <a:gd name="connsiteY2" fmla="*/ 189295 h 2435597"/>
              <a:gd name="connsiteX3" fmla="*/ 7302255 w 7302255"/>
              <a:gd name="connsiteY3" fmla="*/ 2246302 h 2435597"/>
              <a:gd name="connsiteX4" fmla="*/ 7112960 w 7302255"/>
              <a:gd name="connsiteY4" fmla="*/ 2435597 h 2435597"/>
              <a:gd name="connsiteX5" fmla="*/ 189295 w 7302255"/>
              <a:gd name="connsiteY5" fmla="*/ 2435597 h 2435597"/>
              <a:gd name="connsiteX6" fmla="*/ 0 w 7302255"/>
              <a:gd name="connsiteY6" fmla="*/ 2246302 h 2435597"/>
              <a:gd name="connsiteX7" fmla="*/ 0 w 7302255"/>
              <a:gd name="connsiteY7" fmla="*/ 189295 h 2435597"/>
              <a:gd name="connsiteX8" fmla="*/ 189295 w 7302255"/>
              <a:gd name="connsiteY8" fmla="*/ 0 h 2435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02255" h="2435597">
                <a:moveTo>
                  <a:pt x="189295" y="0"/>
                </a:moveTo>
                <a:lnTo>
                  <a:pt x="7112960" y="0"/>
                </a:lnTo>
                <a:cubicBezTo>
                  <a:pt x="7217505" y="0"/>
                  <a:pt x="7302255" y="84750"/>
                  <a:pt x="7302255" y="189295"/>
                </a:cubicBezTo>
                <a:lnTo>
                  <a:pt x="7302255" y="2246302"/>
                </a:lnTo>
                <a:cubicBezTo>
                  <a:pt x="7302255" y="2350847"/>
                  <a:pt x="7217505" y="2435597"/>
                  <a:pt x="7112960" y="2435597"/>
                </a:cubicBezTo>
                <a:lnTo>
                  <a:pt x="189295" y="2435597"/>
                </a:lnTo>
                <a:cubicBezTo>
                  <a:pt x="84750" y="2435597"/>
                  <a:pt x="0" y="2350847"/>
                  <a:pt x="0" y="2246302"/>
                </a:cubicBezTo>
                <a:lnTo>
                  <a:pt x="0" y="189295"/>
                </a:lnTo>
                <a:cubicBezTo>
                  <a:pt x="0" y="84750"/>
                  <a:pt x="84750" y="0"/>
                  <a:pt x="189295" y="0"/>
                </a:cubicBezTo>
                <a:close/>
              </a:path>
            </a:pathLst>
          </a:cu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39A813D7-14F5-F7CE-0137-3497F44E88AC}"/>
              </a:ext>
            </a:extLst>
          </p:cNvPr>
          <p:cNvGrpSpPr/>
          <p:nvPr/>
        </p:nvGrpSpPr>
        <p:grpSpPr>
          <a:xfrm>
            <a:off x="800100" y="609600"/>
            <a:ext cx="16649700" cy="1485900"/>
            <a:chOff x="800100" y="609600"/>
            <a:chExt cx="16649700" cy="1485900"/>
          </a:xfrm>
        </p:grpSpPr>
        <p:sp>
          <p:nvSpPr>
            <p:cNvPr id="13" name="Shape 11"/>
            <p:cNvSpPr/>
            <p:nvPr/>
          </p:nvSpPr>
          <p:spPr>
            <a:xfrm>
              <a:off x="838200" y="628650"/>
              <a:ext cx="1428750" cy="1428750"/>
            </a:xfrm>
            <a:prstGeom prst="ellipse">
              <a:avLst/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 12"/>
            <p:cNvSpPr>
              <a:spLocks noGrp="1"/>
            </p:cNvSpPr>
            <p:nvPr/>
          </p:nvSpPr>
          <p:spPr>
            <a:xfrm>
              <a:off x="800100" y="628650"/>
              <a:ext cx="1504950" cy="146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465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16</a:t>
              </a:r>
              <a:endParaRPr lang="en-US" sz="46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7380833" y="1004887"/>
              <a:ext cx="2918966" cy="676275"/>
            </a:xfrm>
            <a:prstGeom prst="roundRect">
              <a:avLst>
                <a:gd name="adj" fmla="val 50000"/>
              </a:avLst>
            </a:prstGeom>
            <a:solidFill>
              <a:srgbClr val="FFD400"/>
            </a:solidFill>
            <a:ln w="47625">
              <a:solidFill>
                <a:srgbClr val="1A0A2E"/>
              </a:solidFill>
              <a:prstDash val="solid"/>
            </a:ln>
            <a:effectLst>
              <a:outerShdw blurRad="101600" dist="66675" dir="5400000" algn="bl" rotWithShape="0">
                <a:srgbClr val="1A0A2E">
                  <a:alpha val="100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 14"/>
            <p:cNvSpPr>
              <a:spLocks noGrp="1"/>
            </p:cNvSpPr>
            <p:nvPr/>
          </p:nvSpPr>
          <p:spPr>
            <a:xfrm>
              <a:off x="7714208" y="1147763"/>
              <a:ext cx="2339785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2550" b="1" dirty="0">
                  <a:solidFill>
                    <a:srgbClr val="1A0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Question 2 / 10</a:t>
              </a:r>
              <a:endParaRPr lang="en-US" sz="255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15413682" y="609600"/>
              <a:ext cx="2036118" cy="1466850"/>
            </a:xfrm>
            <a:prstGeom prst="roundRect">
              <a:avLst>
                <a:gd name="adj" fmla="val 16883"/>
              </a:avLst>
            </a:prstGeom>
            <a:solidFill>
              <a:srgbClr val="000000">
                <a:alpha val="28000"/>
              </a:srgbClr>
            </a:solidFill>
            <a:ln/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Text 16"/>
            <p:cNvSpPr>
              <a:spLocks noGrp="1"/>
            </p:cNvSpPr>
            <p:nvPr/>
          </p:nvSpPr>
          <p:spPr>
            <a:xfrm>
              <a:off x="16140559" y="819150"/>
              <a:ext cx="658416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77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50" b="1" dirty="0">
                  <a:solidFill>
                    <a:srgbClr val="FFD4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17</a:t>
              </a:r>
              <a:endParaRPr lang="en-US" sz="5550" dirty="0"/>
            </a:p>
          </p:txBody>
        </p:sp>
        <p:sp>
          <p:nvSpPr>
            <p:cNvPr id="20" name="Text 17"/>
            <p:cNvSpPr>
              <a:spLocks noGrp="1"/>
            </p:cNvSpPr>
            <p:nvPr/>
          </p:nvSpPr>
          <p:spPr>
            <a:xfrm>
              <a:off x="15794682" y="1581150"/>
              <a:ext cx="1350318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144" dirty="0">
                  <a:solidFill>
                    <a:srgbClr val="FFFFFF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ANSWERS</a:t>
              </a:r>
              <a:endParaRPr lang="en-US" sz="1800" dirty="0"/>
            </a:p>
          </p:txBody>
        </p:sp>
      </p:grpSp>
      <p:sp>
        <p:nvSpPr>
          <p:cNvPr id="21" name="Text 18"/>
          <p:cNvSpPr>
            <a:spLocks noGrp="1"/>
          </p:cNvSpPr>
          <p:nvPr>
            <p:ph type="body" idx="8"/>
          </p:nvPr>
        </p:nvSpPr>
        <p:spPr>
          <a:xfrm>
            <a:off x="589026" y="2263322"/>
            <a:ext cx="17109948" cy="632371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9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Which action can AI perform?</a:t>
            </a:r>
            <a:endParaRPr lang="en-US" sz="42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9258300" y="3127454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92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76" name="Picture Placeholder 75">
            <a:extLst>
              <a:ext uri="{FF2B5EF4-FFF2-40B4-BE49-F238E27FC236}">
                <a16:creationId xmlns:a16="http://schemas.microsoft.com/office/drawing/2014/main" id="{46C0A54F-7866-5CE8-127C-554DC465C754}"/>
              </a:ext>
            </a:extLst>
          </p:cNvPr>
          <p:cNvPicPr>
            <a:picLocks noGrp="1"/>
          </p:cNvPicPr>
          <p:nvPr>
            <p:ph type="pic" idx="1009" hasCustomPrompt="1"/>
          </p:nvPr>
        </p:nvPicPr>
        <p:blipFill>
          <a:blip r:embed="rId5"/>
          <a:srcRect r="128" b="74"/>
          <a:stretch>
            <a:fillRect/>
          </a:stretch>
        </p:blipFill>
        <p:spPr>
          <a:xfrm>
            <a:off x="9492909" y="3313444"/>
            <a:ext cx="7342739" cy="2364297"/>
          </a:xfrm>
          <a:custGeom>
            <a:avLst/>
            <a:gdLst>
              <a:gd name="connsiteX0" fmla="*/ 166577 w 7297442"/>
              <a:gd name="connsiteY0" fmla="*/ 0 h 2433792"/>
              <a:gd name="connsiteX1" fmla="*/ 7126052 w 7297442"/>
              <a:gd name="connsiteY1" fmla="*/ 0 h 2433792"/>
              <a:gd name="connsiteX2" fmla="*/ 7146297 w 7297442"/>
              <a:gd name="connsiteY2" fmla="*/ 2041 h 2433792"/>
              <a:gd name="connsiteX3" fmla="*/ 7297442 w 7297442"/>
              <a:gd name="connsiteY3" fmla="*/ 187490 h 2433792"/>
              <a:gd name="connsiteX4" fmla="*/ 7297442 w 7297442"/>
              <a:gd name="connsiteY4" fmla="*/ 2244497 h 2433792"/>
              <a:gd name="connsiteX5" fmla="*/ 7108147 w 7297442"/>
              <a:gd name="connsiteY5" fmla="*/ 2433792 h 2433792"/>
              <a:gd name="connsiteX6" fmla="*/ 184482 w 7297442"/>
              <a:gd name="connsiteY6" fmla="*/ 2433792 h 2433792"/>
              <a:gd name="connsiteX7" fmla="*/ 10063 w 7297442"/>
              <a:gd name="connsiteY7" fmla="*/ 2318180 h 2433792"/>
              <a:gd name="connsiteX8" fmla="*/ 0 w 7297442"/>
              <a:gd name="connsiteY8" fmla="*/ 2268337 h 2433792"/>
              <a:gd name="connsiteX9" fmla="*/ 0 w 7297442"/>
              <a:gd name="connsiteY9" fmla="*/ 163650 h 2433792"/>
              <a:gd name="connsiteX10" fmla="*/ 10063 w 7297442"/>
              <a:gd name="connsiteY10" fmla="*/ 113808 h 2433792"/>
              <a:gd name="connsiteX11" fmla="*/ 146332 w 7297442"/>
              <a:gd name="connsiteY11" fmla="*/ 2041 h 243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97442" h="2433792">
                <a:moveTo>
                  <a:pt x="166577" y="0"/>
                </a:moveTo>
                <a:lnTo>
                  <a:pt x="7126052" y="0"/>
                </a:lnTo>
                <a:lnTo>
                  <a:pt x="7146297" y="2041"/>
                </a:lnTo>
                <a:cubicBezTo>
                  <a:pt x="7232555" y="19692"/>
                  <a:pt x="7297442" y="96013"/>
                  <a:pt x="7297442" y="187490"/>
                </a:cubicBezTo>
                <a:lnTo>
                  <a:pt x="7297442" y="2244497"/>
                </a:lnTo>
                <a:cubicBezTo>
                  <a:pt x="7297442" y="2349042"/>
                  <a:pt x="7212692" y="2433792"/>
                  <a:pt x="7108147" y="2433792"/>
                </a:cubicBezTo>
                <a:lnTo>
                  <a:pt x="184482" y="2433792"/>
                </a:lnTo>
                <a:cubicBezTo>
                  <a:pt x="106073" y="2433792"/>
                  <a:pt x="38799" y="2386120"/>
                  <a:pt x="10063" y="2318180"/>
                </a:cubicBezTo>
                <a:lnTo>
                  <a:pt x="0" y="2268337"/>
                </a:lnTo>
                <a:lnTo>
                  <a:pt x="0" y="163650"/>
                </a:lnTo>
                <a:lnTo>
                  <a:pt x="10063" y="113808"/>
                </a:lnTo>
                <a:cubicBezTo>
                  <a:pt x="34010" y="57191"/>
                  <a:pt x="84719" y="14649"/>
                  <a:pt x="146332" y="2041"/>
                </a:cubicBezTo>
                <a:close/>
              </a:path>
            </a:pathLst>
          </a:custGeom>
        </p:spPr>
      </p:pic>
      <p:sp>
        <p:nvSpPr>
          <p:cNvPr id="12" name="Shape 10"/>
          <p:cNvSpPr/>
          <p:nvPr/>
        </p:nvSpPr>
        <p:spPr>
          <a:xfrm>
            <a:off x="16312216" y="6302151"/>
            <a:ext cx="115009" cy="114603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2" descr="preencoded.png"/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312" y="5796741"/>
            <a:ext cx="419989" cy="419989"/>
          </a:xfrm>
          <a:prstGeom prst="rect">
            <a:avLst/>
          </a:prstGeom>
        </p:spPr>
      </p:pic>
      <p:sp>
        <p:nvSpPr>
          <p:cNvPr id="27" name="Text 22"/>
          <p:cNvSpPr>
            <a:spLocks noGrp="1"/>
          </p:cNvSpPr>
          <p:nvPr>
            <p:ph type="body" idx="11"/>
          </p:nvPr>
        </p:nvSpPr>
        <p:spPr>
          <a:xfrm>
            <a:off x="10188321" y="5696791"/>
            <a:ext cx="6482334" cy="620014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movies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1305248" y="6674631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F1C40F">
              <a:alpha val="96000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424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9" name="Image 3" descr="preencoded.png"/>
          <p:cNvPicPr>
            <a:picLocks noGr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5260" y="9343917"/>
            <a:ext cx="419989" cy="419989"/>
          </a:xfrm>
          <a:prstGeom prst="rect">
            <a:avLst/>
          </a:prstGeom>
        </p:spPr>
      </p:pic>
      <p:sp>
        <p:nvSpPr>
          <p:cNvPr id="30" name="Text 24"/>
          <p:cNvSpPr>
            <a:spLocks noGrp="1"/>
          </p:cNvSpPr>
          <p:nvPr>
            <p:ph type="body" idx="13"/>
          </p:nvPr>
        </p:nvSpPr>
        <p:spPr>
          <a:xfrm>
            <a:off x="2235268" y="9243968"/>
            <a:ext cx="6482334" cy="620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text on request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82" name="Picture Placeholder 81">
            <a:extLst>
              <a:ext uri="{FF2B5EF4-FFF2-40B4-BE49-F238E27FC236}">
                <a16:creationId xmlns:a16="http://schemas.microsoft.com/office/drawing/2014/main" id="{AF263CB1-DD0D-E56C-E21B-6A934B531EEA}"/>
              </a:ext>
            </a:extLst>
          </p:cNvPr>
          <p:cNvPicPr>
            <a:picLocks noGrp="1"/>
          </p:cNvPicPr>
          <p:nvPr>
            <p:ph type="pic" idx="1014" hasCustomPrompt="1"/>
          </p:nvPr>
        </p:nvPicPr>
        <p:blipFill>
          <a:blip r:embed="rId8"/>
          <a:srcRect/>
          <a:stretch>
            <a:fillRect/>
          </a:stretch>
        </p:blipFill>
        <p:spPr>
          <a:xfrm>
            <a:off x="1525780" y="6887044"/>
            <a:ext cx="7332977" cy="2337874"/>
          </a:xfrm>
          <a:custGeom>
            <a:avLst/>
            <a:gdLst>
              <a:gd name="connsiteX0" fmla="*/ 159786 w 7287741"/>
              <a:gd name="connsiteY0" fmla="*/ 0 h 2430669"/>
              <a:gd name="connsiteX1" fmla="*/ 7132337 w 7287741"/>
              <a:gd name="connsiteY1" fmla="*/ 0 h 2430669"/>
              <a:gd name="connsiteX2" fmla="*/ 7146044 w 7287741"/>
              <a:gd name="connsiteY2" fmla="*/ 1382 h 2430669"/>
              <a:gd name="connsiteX3" fmla="*/ 7282313 w 7287741"/>
              <a:gd name="connsiteY3" fmla="*/ 113149 h 2430669"/>
              <a:gd name="connsiteX4" fmla="*/ 7287741 w 7287741"/>
              <a:gd name="connsiteY4" fmla="*/ 140034 h 2430669"/>
              <a:gd name="connsiteX5" fmla="*/ 7287741 w 7287741"/>
              <a:gd name="connsiteY5" fmla="*/ 2290635 h 2430669"/>
              <a:gd name="connsiteX6" fmla="*/ 7282313 w 7287741"/>
              <a:gd name="connsiteY6" fmla="*/ 2317520 h 2430669"/>
              <a:gd name="connsiteX7" fmla="*/ 7146044 w 7287741"/>
              <a:gd name="connsiteY7" fmla="*/ 2429287 h 2430669"/>
              <a:gd name="connsiteX8" fmla="*/ 7132336 w 7287741"/>
              <a:gd name="connsiteY8" fmla="*/ 2430669 h 2430669"/>
              <a:gd name="connsiteX9" fmla="*/ 159787 w 7287741"/>
              <a:gd name="connsiteY9" fmla="*/ 2430669 h 2430669"/>
              <a:gd name="connsiteX10" fmla="*/ 146080 w 7287741"/>
              <a:gd name="connsiteY10" fmla="*/ 2429287 h 2430669"/>
              <a:gd name="connsiteX11" fmla="*/ 9810 w 7287741"/>
              <a:gd name="connsiteY11" fmla="*/ 2317520 h 2430669"/>
              <a:gd name="connsiteX12" fmla="*/ 0 w 7287741"/>
              <a:gd name="connsiteY12" fmla="*/ 2268931 h 2430669"/>
              <a:gd name="connsiteX13" fmla="*/ 0 w 7287741"/>
              <a:gd name="connsiteY13" fmla="*/ 161738 h 2430669"/>
              <a:gd name="connsiteX14" fmla="*/ 9810 w 7287741"/>
              <a:gd name="connsiteY14" fmla="*/ 113149 h 2430669"/>
              <a:gd name="connsiteX15" fmla="*/ 146080 w 7287741"/>
              <a:gd name="connsiteY15" fmla="*/ 1382 h 243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87741" h="2430669">
                <a:moveTo>
                  <a:pt x="159786" y="0"/>
                </a:moveTo>
                <a:lnTo>
                  <a:pt x="7132337" y="0"/>
                </a:lnTo>
                <a:lnTo>
                  <a:pt x="7146044" y="1382"/>
                </a:lnTo>
                <a:cubicBezTo>
                  <a:pt x="7207657" y="13990"/>
                  <a:pt x="7258366" y="56532"/>
                  <a:pt x="7282313" y="113149"/>
                </a:cubicBezTo>
                <a:lnTo>
                  <a:pt x="7287741" y="140034"/>
                </a:lnTo>
                <a:lnTo>
                  <a:pt x="7287741" y="2290635"/>
                </a:lnTo>
                <a:lnTo>
                  <a:pt x="7282313" y="2317520"/>
                </a:lnTo>
                <a:cubicBezTo>
                  <a:pt x="7258366" y="2374138"/>
                  <a:pt x="7207657" y="2416679"/>
                  <a:pt x="7146044" y="2429287"/>
                </a:cubicBezTo>
                <a:lnTo>
                  <a:pt x="7132336" y="2430669"/>
                </a:lnTo>
                <a:lnTo>
                  <a:pt x="159787" y="2430669"/>
                </a:lnTo>
                <a:lnTo>
                  <a:pt x="146080" y="2429287"/>
                </a:lnTo>
                <a:cubicBezTo>
                  <a:pt x="84466" y="2416679"/>
                  <a:pt x="33757" y="2374138"/>
                  <a:pt x="9810" y="2317520"/>
                </a:cubicBezTo>
                <a:lnTo>
                  <a:pt x="0" y="2268931"/>
                </a:lnTo>
                <a:lnTo>
                  <a:pt x="0" y="161738"/>
                </a:lnTo>
                <a:lnTo>
                  <a:pt x="9810" y="113149"/>
                </a:lnTo>
                <a:cubicBezTo>
                  <a:pt x="33757" y="56532"/>
                  <a:pt x="84466" y="13990"/>
                  <a:pt x="146080" y="1382"/>
                </a:cubicBezTo>
                <a:close/>
              </a:path>
            </a:pathLst>
          </a:custGeom>
        </p:spPr>
      </p:pic>
      <p:sp>
        <p:nvSpPr>
          <p:cNvPr id="31" name="Shape 25"/>
          <p:cNvSpPr/>
          <p:nvPr/>
        </p:nvSpPr>
        <p:spPr>
          <a:xfrm>
            <a:off x="9258300" y="6674631"/>
            <a:ext cx="7772400" cy="3289300"/>
          </a:xfrm>
          <a:prstGeom prst="roundRect">
            <a:avLst>
              <a:gd name="adj" fmla="val 7237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684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80" name="Picture Placeholder 79">
            <a:extLst>
              <a:ext uri="{FF2B5EF4-FFF2-40B4-BE49-F238E27FC236}">
                <a16:creationId xmlns:a16="http://schemas.microsoft.com/office/drawing/2014/main" id="{AB382DB6-A58C-6DF7-1EA4-C03AE00928D1}"/>
              </a:ext>
            </a:extLst>
          </p:cNvPr>
          <p:cNvPicPr>
            <a:picLocks noGrp="1"/>
          </p:cNvPicPr>
          <p:nvPr>
            <p:ph type="pic" idx="1015" hasCustomPrompt="1"/>
          </p:nvPr>
        </p:nvPicPr>
        <p:blipFill>
          <a:blip r:embed="rId9"/>
          <a:srcRect l="62" t="202"/>
          <a:stretch>
            <a:fillRect/>
          </a:stretch>
        </p:blipFill>
        <p:spPr>
          <a:xfrm>
            <a:off x="9499516" y="6842111"/>
            <a:ext cx="7302255" cy="2382807"/>
          </a:xfrm>
          <a:custGeom>
            <a:avLst/>
            <a:gdLst>
              <a:gd name="connsiteX0" fmla="*/ 189295 w 7302255"/>
              <a:gd name="connsiteY0" fmla="*/ 0 h 2430668"/>
              <a:gd name="connsiteX1" fmla="*/ 7112960 w 7302255"/>
              <a:gd name="connsiteY1" fmla="*/ 0 h 2430668"/>
              <a:gd name="connsiteX2" fmla="*/ 7302255 w 7302255"/>
              <a:gd name="connsiteY2" fmla="*/ 189295 h 2430668"/>
              <a:gd name="connsiteX3" fmla="*/ 7302255 w 7302255"/>
              <a:gd name="connsiteY3" fmla="*/ 2246302 h 2430668"/>
              <a:gd name="connsiteX4" fmla="*/ 7186642 w 7302255"/>
              <a:gd name="connsiteY4" fmla="*/ 2420721 h 2430668"/>
              <a:gd name="connsiteX5" fmla="*/ 7154599 w 7302255"/>
              <a:gd name="connsiteY5" fmla="*/ 2430668 h 2430668"/>
              <a:gd name="connsiteX6" fmla="*/ 147656 w 7302255"/>
              <a:gd name="connsiteY6" fmla="*/ 2430668 h 2430668"/>
              <a:gd name="connsiteX7" fmla="*/ 115613 w 7302255"/>
              <a:gd name="connsiteY7" fmla="*/ 2420721 h 2430668"/>
              <a:gd name="connsiteX8" fmla="*/ 0 w 7302255"/>
              <a:gd name="connsiteY8" fmla="*/ 2246302 h 2430668"/>
              <a:gd name="connsiteX9" fmla="*/ 0 w 7302255"/>
              <a:gd name="connsiteY9" fmla="*/ 189295 h 2430668"/>
              <a:gd name="connsiteX10" fmla="*/ 189295 w 7302255"/>
              <a:gd name="connsiteY10" fmla="*/ 0 h 243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02255" h="2430668">
                <a:moveTo>
                  <a:pt x="189295" y="0"/>
                </a:moveTo>
                <a:lnTo>
                  <a:pt x="7112960" y="0"/>
                </a:lnTo>
                <a:cubicBezTo>
                  <a:pt x="7217505" y="0"/>
                  <a:pt x="7302255" y="84750"/>
                  <a:pt x="7302255" y="189295"/>
                </a:cubicBezTo>
                <a:lnTo>
                  <a:pt x="7302255" y="2246302"/>
                </a:lnTo>
                <a:cubicBezTo>
                  <a:pt x="7302255" y="2324711"/>
                  <a:pt x="7254583" y="2391985"/>
                  <a:pt x="7186642" y="2420721"/>
                </a:cubicBezTo>
                <a:lnTo>
                  <a:pt x="7154599" y="2430668"/>
                </a:lnTo>
                <a:lnTo>
                  <a:pt x="147656" y="2430668"/>
                </a:lnTo>
                <a:lnTo>
                  <a:pt x="115613" y="2420721"/>
                </a:lnTo>
                <a:cubicBezTo>
                  <a:pt x="47672" y="2391985"/>
                  <a:pt x="0" y="2324711"/>
                  <a:pt x="0" y="2246302"/>
                </a:cubicBezTo>
                <a:lnTo>
                  <a:pt x="0" y="189295"/>
                </a:lnTo>
                <a:cubicBezTo>
                  <a:pt x="0" y="84750"/>
                  <a:pt x="84750" y="0"/>
                  <a:pt x="189295" y="0"/>
                </a:cubicBezTo>
                <a:close/>
              </a:path>
            </a:pathLst>
          </a:custGeom>
        </p:spPr>
      </p:pic>
      <p:sp>
        <p:nvSpPr>
          <p:cNvPr id="8" name="Shape 6"/>
          <p:cNvSpPr/>
          <p:nvPr/>
        </p:nvSpPr>
        <p:spPr>
          <a:xfrm>
            <a:off x="14097000" y="7585315"/>
            <a:ext cx="1333500" cy="1333250"/>
          </a:xfrm>
          <a:prstGeom prst="roundRect">
            <a:avLst>
              <a:gd name="adj" fmla="val 1571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2" name="Image 4" descr="preencoded.png"/>
          <p:cNvPicPr>
            <a:picLocks noGr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8312" y="9343917"/>
            <a:ext cx="419989" cy="419989"/>
          </a:xfrm>
          <a:prstGeom prst="rect">
            <a:avLst/>
          </a:prstGeom>
        </p:spPr>
      </p:pic>
      <p:sp>
        <p:nvSpPr>
          <p:cNvPr id="33" name="Text 26"/>
          <p:cNvSpPr>
            <a:spLocks noGrp="1"/>
          </p:cNvSpPr>
          <p:nvPr>
            <p:ph type="body" idx="17"/>
          </p:nvPr>
        </p:nvSpPr>
        <p:spPr>
          <a:xfrm>
            <a:off x="10188321" y="9243968"/>
            <a:ext cx="6482334" cy="620014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 above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989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D4EC007-2E4D-BD77-54DB-0D9AD0EA7EE9}"/>
              </a:ext>
            </a:extLst>
          </p:cNvPr>
          <p:cNvPicPr>
            <a:picLocks noGrp="1" noChangeAspect="1"/>
          </p:cNvPicPr>
          <p:nvPr>
            <p:ph type="pic" idx="1001" hasCustomPrompt="1"/>
          </p:nvPr>
        </p:nvPicPr>
        <p:blipFill>
          <a:blip r:embed="rId2"/>
          <a:srcRect l="5357" t="15625" b="208"/>
          <a:stretch/>
        </p:blipFill>
        <p:spPr>
          <a:xfrm>
            <a:off x="10595429" y="0"/>
            <a:ext cx="7692571" cy="10287000"/>
          </a:xfrm>
          <a:custGeom>
            <a:avLst/>
            <a:gdLst>
              <a:gd name="connsiteX0" fmla="*/ 3236685 w 7692571"/>
              <a:gd name="connsiteY0" fmla="*/ 0 h 10261600"/>
              <a:gd name="connsiteX1" fmla="*/ 7692571 w 7692571"/>
              <a:gd name="connsiteY1" fmla="*/ 0 h 10261600"/>
              <a:gd name="connsiteX2" fmla="*/ 7692571 w 7692571"/>
              <a:gd name="connsiteY2" fmla="*/ 10261600 h 10261600"/>
              <a:gd name="connsiteX3" fmla="*/ 0 w 7692571"/>
              <a:gd name="connsiteY3" fmla="*/ 10261600 h 102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92571" h="10261600">
                <a:moveTo>
                  <a:pt x="3236685" y="0"/>
                </a:moveTo>
                <a:lnTo>
                  <a:pt x="7692571" y="0"/>
                </a:lnTo>
                <a:lnTo>
                  <a:pt x="7692571" y="10261600"/>
                </a:lnTo>
                <a:lnTo>
                  <a:pt x="0" y="10261600"/>
                </a:lnTo>
                <a:close/>
              </a:path>
            </a:pathLst>
          </a:custGeom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4A7A784B-C24F-9B6D-DC2B-31D7839E53D9}"/>
              </a:ext>
            </a:extLst>
          </p:cNvPr>
          <p:cNvSpPr/>
          <p:nvPr/>
        </p:nvSpPr>
        <p:spPr>
          <a:xfrm>
            <a:off x="1221360" y="7337883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68E8F462-A764-5E0D-33A1-07C0C8447E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2932" y="3046024"/>
            <a:ext cx="9928013" cy="834974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1786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>
                    <a:alpha val="99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What is an AI “hallucination”?</a:t>
            </a:r>
            <a:endParaRPr lang="en-US" sz="4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3EFE4A81-3A61-C49C-E915-1CB26A42841C}"/>
              </a:ext>
            </a:extLst>
          </p:cNvPr>
          <p:cNvSpPr/>
          <p:nvPr/>
        </p:nvSpPr>
        <p:spPr>
          <a:xfrm>
            <a:off x="571075" y="4468506"/>
            <a:ext cx="4838700" cy="18288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F5D7B2E9-6D9B-9204-CE88-929BE5DB8D30}"/>
              </a:ext>
            </a:extLst>
          </p:cNvPr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75" y="5154306"/>
            <a:ext cx="533400" cy="457200"/>
          </a:xfrm>
          <a:prstGeom prst="rect">
            <a:avLst/>
          </a:prstGeom>
        </p:spPr>
      </p:pic>
      <p:sp>
        <p:nvSpPr>
          <p:cNvPr id="18" name="Text 20">
            <a:extLst>
              <a:ext uri="{FF2B5EF4-FFF2-40B4-BE49-F238E27FC236}">
                <a16:creationId xmlns:a16="http://schemas.microsoft.com/office/drawing/2014/main" id="{0B11C632-2EA8-11BC-C111-EA53CE6FACEC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471124" y="4588521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computer overheats</a:t>
            </a:r>
            <a:endParaRPr lang="en-US" sz="2800" dirty="0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2F0AE619-A29A-8D05-C230-30712232BB5C}"/>
              </a:ext>
            </a:extLst>
          </p:cNvPr>
          <p:cNvSpPr/>
          <p:nvPr/>
        </p:nvSpPr>
        <p:spPr>
          <a:xfrm>
            <a:off x="5801130" y="4468506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F6FB8DFD-0A26-4AEB-548A-C5B9C0F41991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030" y="5128906"/>
            <a:ext cx="471112" cy="495300"/>
          </a:xfrm>
          <a:prstGeom prst="rect">
            <a:avLst/>
          </a:prstGeom>
        </p:spPr>
      </p:pic>
      <p:sp>
        <p:nvSpPr>
          <p:cNvPr id="21" name="Text 22">
            <a:extLst>
              <a:ext uri="{FF2B5EF4-FFF2-40B4-BE49-F238E27FC236}">
                <a16:creationId xmlns:a16="http://schemas.microsoft.com/office/drawing/2014/main" id="{54098B94-239E-9AD4-7F84-9E86D301C7CF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701179" y="4588521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AI invents convincing but false information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D4E1DEDF-2D0E-1DD4-7D11-BD232A2DE85D}"/>
              </a:ext>
            </a:extLst>
          </p:cNvPr>
          <p:cNvSpPr/>
          <p:nvPr/>
        </p:nvSpPr>
        <p:spPr>
          <a:xfrm>
            <a:off x="571075" y="6828586"/>
            <a:ext cx="4838700" cy="18288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B71D6BE8-4672-AF9A-32DD-C1BFA31DE3E1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75" y="7488986"/>
            <a:ext cx="495300" cy="495300"/>
          </a:xfrm>
          <a:prstGeom prst="rect">
            <a:avLst/>
          </a:prstGeom>
        </p:spPr>
      </p:pic>
      <p:sp>
        <p:nvSpPr>
          <p:cNvPr id="24" name="Text 24">
            <a:extLst>
              <a:ext uri="{FF2B5EF4-FFF2-40B4-BE49-F238E27FC236}">
                <a16:creationId xmlns:a16="http://schemas.microsoft.com/office/drawing/2014/main" id="{D95BB920-DE01-2E62-6642-C5505AE2A2B0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1471124" y="6948601"/>
            <a:ext cx="3678682" cy="158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internet disconnects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2303547-2F00-623A-6D7F-EBB19899F985}"/>
              </a:ext>
            </a:extLst>
          </p:cNvPr>
          <p:cNvSpPr/>
          <p:nvPr/>
        </p:nvSpPr>
        <p:spPr>
          <a:xfrm>
            <a:off x="5801130" y="6828586"/>
            <a:ext cx="4838700" cy="18288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8FDF2D20-E758-3675-3599-9285FEF5E364}"/>
              </a:ext>
            </a:extLst>
          </p:cNvPr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030" y="7501686"/>
            <a:ext cx="476250" cy="476250"/>
          </a:xfrm>
          <a:prstGeom prst="rect">
            <a:avLst/>
          </a:prstGeom>
        </p:spPr>
      </p:pic>
      <p:sp>
        <p:nvSpPr>
          <p:cNvPr id="27" name="Text 26">
            <a:extLst>
              <a:ext uri="{FF2B5EF4-FFF2-40B4-BE49-F238E27FC236}">
                <a16:creationId xmlns:a16="http://schemas.microsoft.com/office/drawing/2014/main" id="{02B6518C-7902-15B4-CC54-345573375CD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701179" y="6948601"/>
            <a:ext cx="3678682" cy="15887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robot stops working</a:t>
            </a:r>
            <a:endParaRPr lang="en-US" sz="28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E79B7268-E2E6-98B5-2954-6265AE3FCC49}"/>
              </a:ext>
            </a:extLst>
          </p:cNvPr>
          <p:cNvSpPr/>
          <p:nvPr/>
        </p:nvSpPr>
        <p:spPr>
          <a:xfrm>
            <a:off x="838200" y="628650"/>
            <a:ext cx="1428750" cy="1428750"/>
          </a:xfrm>
          <a:prstGeom prst="ellipse">
            <a:avLst/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B6477DBA-F7CD-833F-4B1D-BF1D5343FDAD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5049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6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65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F261BE2C-7276-A07A-107D-64479D46FE40}"/>
              </a:ext>
            </a:extLst>
          </p:cNvPr>
          <p:cNvSpPr/>
          <p:nvPr/>
        </p:nvSpPr>
        <p:spPr>
          <a:xfrm>
            <a:off x="5552029" y="1004887"/>
            <a:ext cx="2918966" cy="67627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8E66FACD-846B-677B-F80B-AFC1C580E130}"/>
              </a:ext>
            </a:extLst>
          </p:cNvPr>
          <p:cNvSpPr>
            <a:spLocks noGrp="1"/>
          </p:cNvSpPr>
          <p:nvPr/>
        </p:nvSpPr>
        <p:spPr>
          <a:xfrm>
            <a:off x="5841866" y="1147763"/>
            <a:ext cx="233978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/ 10</a:t>
            </a:r>
            <a:endParaRPr lang="en-US" sz="2550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28D45B4-CE74-E305-4608-FC07AE213013}"/>
              </a:ext>
            </a:extLst>
          </p:cNvPr>
          <p:cNvSpPr/>
          <p:nvPr/>
        </p:nvSpPr>
        <p:spPr>
          <a:xfrm>
            <a:off x="11248079" y="609600"/>
            <a:ext cx="2036118" cy="1466850"/>
          </a:xfrm>
          <a:custGeom>
            <a:avLst/>
            <a:gdLst>
              <a:gd name="connsiteX0" fmla="*/ 247648 w 2036118"/>
              <a:gd name="connsiteY0" fmla="*/ 0 h 1466850"/>
              <a:gd name="connsiteX1" fmla="*/ 1788470 w 2036118"/>
              <a:gd name="connsiteY1" fmla="*/ 0 h 1466850"/>
              <a:gd name="connsiteX2" fmla="*/ 2036118 w 2036118"/>
              <a:gd name="connsiteY2" fmla="*/ 247648 h 1466850"/>
              <a:gd name="connsiteX3" fmla="*/ 2036118 w 2036118"/>
              <a:gd name="connsiteY3" fmla="*/ 796474 h 1466850"/>
              <a:gd name="connsiteX4" fmla="*/ 1805547 w 2036118"/>
              <a:gd name="connsiteY4" fmla="*/ 1465129 h 1466850"/>
              <a:gd name="connsiteX5" fmla="*/ 1788470 w 2036118"/>
              <a:gd name="connsiteY5" fmla="*/ 1466850 h 1466850"/>
              <a:gd name="connsiteX6" fmla="*/ 247648 w 2036118"/>
              <a:gd name="connsiteY6" fmla="*/ 1466850 h 1466850"/>
              <a:gd name="connsiteX7" fmla="*/ 0 w 2036118"/>
              <a:gd name="connsiteY7" fmla="*/ 1219202 h 1466850"/>
              <a:gd name="connsiteX8" fmla="*/ 0 w 2036118"/>
              <a:gd name="connsiteY8" fmla="*/ 247648 h 1466850"/>
              <a:gd name="connsiteX9" fmla="*/ 247648 w 2036118"/>
              <a:gd name="connsiteY9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36118" h="1466850">
                <a:moveTo>
                  <a:pt x="247648" y="0"/>
                </a:moveTo>
                <a:lnTo>
                  <a:pt x="1788470" y="0"/>
                </a:lnTo>
                <a:cubicBezTo>
                  <a:pt x="1925242" y="0"/>
                  <a:pt x="2036118" y="110876"/>
                  <a:pt x="2036118" y="247648"/>
                </a:cubicBezTo>
                <a:lnTo>
                  <a:pt x="2036118" y="796474"/>
                </a:lnTo>
                <a:lnTo>
                  <a:pt x="1805547" y="1465129"/>
                </a:lnTo>
                <a:lnTo>
                  <a:pt x="1788470" y="1466850"/>
                </a:lnTo>
                <a:lnTo>
                  <a:pt x="247648" y="1466850"/>
                </a:lnTo>
                <a:cubicBezTo>
                  <a:pt x="110876" y="1466850"/>
                  <a:pt x="0" y="1355974"/>
                  <a:pt x="0" y="1219202"/>
                </a:cubicBezTo>
                <a:lnTo>
                  <a:pt x="0" y="247648"/>
                </a:lnTo>
                <a:cubicBezTo>
                  <a:pt x="0" y="110876"/>
                  <a:pt x="110876" y="0"/>
                  <a:pt x="247648" y="0"/>
                </a:cubicBezTo>
                <a:close/>
              </a:path>
            </a:pathLst>
          </a:custGeom>
          <a:solidFill>
            <a:srgbClr val="000000">
              <a:alpha val="28000"/>
            </a:srgbClr>
          </a:solidFill>
          <a:ln/>
        </p:spPr>
        <p:txBody>
          <a:bodyPr wrap="square">
            <a:noAutofit/>
          </a:bodyPr>
          <a:lstStyle/>
          <a:p>
            <a:endParaRPr lang="LID4096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88ED92AF-762F-BC74-FF58-1CF59930099A}"/>
              </a:ext>
            </a:extLst>
          </p:cNvPr>
          <p:cNvSpPr>
            <a:spLocks noGrp="1"/>
          </p:cNvSpPr>
          <p:nvPr/>
        </p:nvSpPr>
        <p:spPr>
          <a:xfrm>
            <a:off x="11931417" y="819150"/>
            <a:ext cx="65841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55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6DB27B1B-7FED-4CD3-A79D-1DCA9FE411A1}"/>
              </a:ext>
            </a:extLst>
          </p:cNvPr>
          <p:cNvSpPr>
            <a:spLocks noGrp="1"/>
          </p:cNvSpPr>
          <p:nvPr/>
        </p:nvSpPr>
        <p:spPr>
          <a:xfrm>
            <a:off x="11585540" y="1581150"/>
            <a:ext cx="13503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1936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23">
            <a:extLst>
              <a:ext uri="{FF2B5EF4-FFF2-40B4-BE49-F238E27FC236}">
                <a16:creationId xmlns:a16="http://schemas.microsoft.com/office/drawing/2014/main" id="{3F595E5C-99BF-6F17-CBC1-B4E4B26C08F9}"/>
              </a:ext>
            </a:extLst>
          </p:cNvPr>
          <p:cNvSpPr/>
          <p:nvPr/>
        </p:nvSpPr>
        <p:spPr>
          <a:xfrm>
            <a:off x="6965777" y="7276406"/>
            <a:ext cx="4838700" cy="1854200"/>
          </a:xfrm>
          <a:prstGeom prst="roundRect">
            <a:avLst>
              <a:gd name="adj" fmla="val 19298"/>
            </a:avLst>
          </a:prstGeom>
          <a:solidFill>
            <a:srgbClr val="FFC000">
              <a:alpha val="95686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385"/>
              </a:srgbClr>
            </a:outerShdw>
          </a:effectLst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pic>
        <p:nvPicPr>
          <p:cNvPr id="89" name="Image 3" descr="preencoded.png">
            <a:extLst>
              <a:ext uri="{FF2B5EF4-FFF2-40B4-BE49-F238E27FC236}">
                <a16:creationId xmlns:a16="http://schemas.microsoft.com/office/drawing/2014/main" id="{22A5B4DA-963A-3117-8952-BCB2CB3629BD}"/>
              </a:ext>
            </a:extLst>
          </p:cNvPr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78" y="7949506"/>
            <a:ext cx="494521" cy="505501"/>
          </a:xfrm>
          <a:prstGeom prst="rect">
            <a:avLst/>
          </a:prstGeom>
        </p:spPr>
      </p:pic>
      <p:sp>
        <p:nvSpPr>
          <p:cNvPr id="90" name="Text 24">
            <a:extLst>
              <a:ext uri="{FF2B5EF4-FFF2-40B4-BE49-F238E27FC236}">
                <a16:creationId xmlns:a16="http://schemas.microsoft.com/office/drawing/2014/main" id="{142A6615-4C10-92CB-39A1-015B5636B25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865827" y="7396421"/>
            <a:ext cx="3678682" cy="1614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internet disconnects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A6B4FB3B-CDF8-7C1C-D17E-4D0BB1AC16E4}"/>
              </a:ext>
            </a:extLst>
          </p:cNvPr>
          <p:cNvPicPr>
            <a:picLocks noGrp="1" noChangeAspect="1"/>
          </p:cNvPicPr>
          <p:nvPr>
            <p:ph type="pic" idx="1003" hasCustomPrompt="1"/>
          </p:nvPr>
        </p:nvPicPr>
        <p:blipFill>
          <a:blip r:embed="rId3"/>
          <a:srcRect l="3544" r="9309"/>
          <a:stretch/>
        </p:blipFill>
        <p:spPr>
          <a:xfrm>
            <a:off x="0" y="0"/>
            <a:ext cx="6897688" cy="10287000"/>
          </a:xfrm>
          <a:custGeom>
            <a:avLst/>
            <a:gdLst>
              <a:gd name="connsiteX0" fmla="*/ 6576 w 6897070"/>
              <a:gd name="connsiteY0" fmla="*/ 0 h 10288588"/>
              <a:gd name="connsiteX1" fmla="*/ 6897070 w 6897070"/>
              <a:gd name="connsiteY1" fmla="*/ 0 h 10288588"/>
              <a:gd name="connsiteX2" fmla="*/ 4215719 w 6897070"/>
              <a:gd name="connsiteY2" fmla="*/ 10261600 h 10288588"/>
              <a:gd name="connsiteX3" fmla="*/ 275522 w 6897070"/>
              <a:gd name="connsiteY3" fmla="*/ 10288588 h 10288588"/>
              <a:gd name="connsiteX4" fmla="*/ 0 w 6897070"/>
              <a:gd name="connsiteY4" fmla="*/ 10288588 h 10288588"/>
              <a:gd name="connsiteX5" fmla="*/ 0 w 6897070"/>
              <a:gd name="connsiteY5" fmla="*/ 2331224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97070" h="10288588">
                <a:moveTo>
                  <a:pt x="6576" y="0"/>
                </a:moveTo>
                <a:lnTo>
                  <a:pt x="6897070" y="0"/>
                </a:lnTo>
                <a:lnTo>
                  <a:pt x="4215719" y="10261600"/>
                </a:lnTo>
                <a:lnTo>
                  <a:pt x="275522" y="10288588"/>
                </a:lnTo>
                <a:lnTo>
                  <a:pt x="0" y="10288588"/>
                </a:lnTo>
                <a:lnTo>
                  <a:pt x="0" y="2331224"/>
                </a:lnTo>
                <a:close/>
              </a:path>
            </a:pathLst>
          </a:custGeom>
          <a:ln>
            <a:noFill/>
          </a:ln>
        </p:spPr>
      </p:pic>
      <p:sp>
        <p:nvSpPr>
          <p:cNvPr id="36" name="Shape 11">
            <a:extLst>
              <a:ext uri="{FF2B5EF4-FFF2-40B4-BE49-F238E27FC236}">
                <a16:creationId xmlns:a16="http://schemas.microsoft.com/office/drawing/2014/main" id="{32218C70-C88B-46FE-0194-A2AAD9112B25}"/>
              </a:ext>
            </a:extLst>
          </p:cNvPr>
          <p:cNvSpPr/>
          <p:nvPr/>
        </p:nvSpPr>
        <p:spPr>
          <a:xfrm>
            <a:off x="838200" y="628650"/>
            <a:ext cx="1428750" cy="1428750"/>
          </a:xfrm>
          <a:prstGeom prst="ellipse">
            <a:avLst/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B83A65D-9528-B8C2-4DED-DF1974985655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5049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he-IL" sz="46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65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B45D9EF6-FD75-8F78-2721-7C192078F3D1}"/>
              </a:ext>
            </a:extLst>
          </p:cNvPr>
          <p:cNvSpPr/>
          <p:nvPr/>
        </p:nvSpPr>
        <p:spPr>
          <a:xfrm>
            <a:off x="15413682" y="609600"/>
            <a:ext cx="2036118" cy="1466850"/>
          </a:xfrm>
          <a:prstGeom prst="roundRect">
            <a:avLst>
              <a:gd name="adj" fmla="val 16883"/>
            </a:avLst>
          </a:prstGeom>
          <a:solidFill>
            <a:srgbClr val="000000">
              <a:alpha val="2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8FF33163-0737-399C-C5C6-5D6CF19B3830}"/>
              </a:ext>
            </a:extLst>
          </p:cNvPr>
          <p:cNvSpPr>
            <a:spLocks noGrp="1"/>
          </p:cNvSpPr>
          <p:nvPr/>
        </p:nvSpPr>
        <p:spPr>
          <a:xfrm>
            <a:off x="16100078" y="819150"/>
            <a:ext cx="73952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5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BAA5D31B-3920-7D3B-F443-CE2EC2E65535}"/>
              </a:ext>
            </a:extLst>
          </p:cNvPr>
          <p:cNvSpPr>
            <a:spLocks noGrp="1"/>
          </p:cNvSpPr>
          <p:nvPr/>
        </p:nvSpPr>
        <p:spPr>
          <a:xfrm>
            <a:off x="15794682" y="1581150"/>
            <a:ext cx="13503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800" dirty="0"/>
          </a:p>
        </p:txBody>
      </p:sp>
      <p:sp>
        <p:nvSpPr>
          <p:cNvPr id="82" name="Shape 19">
            <a:extLst>
              <a:ext uri="{FF2B5EF4-FFF2-40B4-BE49-F238E27FC236}">
                <a16:creationId xmlns:a16="http://schemas.microsoft.com/office/drawing/2014/main" id="{BF47AAC8-D82E-939D-CB67-CD44CDA2AF26}"/>
              </a:ext>
            </a:extLst>
          </p:cNvPr>
          <p:cNvSpPr/>
          <p:nvPr/>
        </p:nvSpPr>
        <p:spPr>
          <a:xfrm>
            <a:off x="6965777" y="4916326"/>
            <a:ext cx="4838700" cy="1854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83" name="Image 1" descr="preencoded.png">
            <a:extLst>
              <a:ext uri="{FF2B5EF4-FFF2-40B4-BE49-F238E27FC236}">
                <a16:creationId xmlns:a16="http://schemas.microsoft.com/office/drawing/2014/main" id="{A5DF6B70-A24E-8151-BA9B-399A07B2EA63}"/>
              </a:ext>
            </a:extLst>
          </p:cNvPr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577" y="5614826"/>
            <a:ext cx="532561" cy="466616"/>
          </a:xfrm>
          <a:prstGeom prst="rect">
            <a:avLst/>
          </a:prstGeom>
        </p:spPr>
      </p:pic>
      <p:sp>
        <p:nvSpPr>
          <p:cNvPr id="84" name="Text 20">
            <a:extLst>
              <a:ext uri="{FF2B5EF4-FFF2-40B4-BE49-F238E27FC236}">
                <a16:creationId xmlns:a16="http://schemas.microsoft.com/office/drawing/2014/main" id="{CFFC6B50-1248-53CD-ECCD-96954E768D98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7865826" y="5036341"/>
            <a:ext cx="3678682" cy="16141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user’s password</a:t>
            </a:r>
            <a:endParaRPr lang="en-US" sz="2800" dirty="0"/>
          </a:p>
        </p:txBody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8E5A60FC-9E0F-DFB7-B7BF-8D53475F6EA2}"/>
              </a:ext>
            </a:extLst>
          </p:cNvPr>
          <p:cNvSpPr/>
          <p:nvPr/>
        </p:nvSpPr>
        <p:spPr>
          <a:xfrm>
            <a:off x="12195832" y="4916326"/>
            <a:ext cx="4838700" cy="1854200"/>
          </a:xfrm>
          <a:prstGeom prst="roundRect">
            <a:avLst>
              <a:gd name="adj" fmla="val 19298"/>
            </a:avLst>
          </a:prstGeom>
          <a:solidFill>
            <a:srgbClr val="3498DB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77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86" name="Image 2" descr="preencoded.png">
            <a:extLst>
              <a:ext uri="{FF2B5EF4-FFF2-40B4-BE49-F238E27FC236}">
                <a16:creationId xmlns:a16="http://schemas.microsoft.com/office/drawing/2014/main" id="{377A73F1-0995-D9B9-5CE4-FB3FD922521A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1732" y="5589426"/>
            <a:ext cx="470371" cy="512520"/>
          </a:xfrm>
          <a:prstGeom prst="rect">
            <a:avLst/>
          </a:prstGeom>
        </p:spPr>
      </p:pic>
      <p:sp>
        <p:nvSpPr>
          <p:cNvPr id="87" name="Text 22">
            <a:extLst>
              <a:ext uri="{FF2B5EF4-FFF2-40B4-BE49-F238E27FC236}">
                <a16:creationId xmlns:a16="http://schemas.microsoft.com/office/drawing/2014/main" id="{BAF0CA12-65BB-9825-79B6-3615F424100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3095881" y="5036341"/>
            <a:ext cx="3678682" cy="16141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instruction or question you give the AI</a:t>
            </a:r>
            <a:endParaRPr lang="en-US" sz="2800" dirty="0"/>
          </a:p>
        </p:txBody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5ACB253D-A919-FC7C-45FD-C44B847A0B4D}"/>
              </a:ext>
            </a:extLst>
          </p:cNvPr>
          <p:cNvSpPr/>
          <p:nvPr/>
        </p:nvSpPr>
        <p:spPr>
          <a:xfrm>
            <a:off x="12195832" y="7276406"/>
            <a:ext cx="4838700" cy="1854200"/>
          </a:xfrm>
          <a:prstGeom prst="roundRect">
            <a:avLst>
              <a:gd name="adj" fmla="val 19643"/>
            </a:avLst>
          </a:prstGeom>
          <a:solidFill>
            <a:srgbClr val="2ECC71">
              <a:alpha val="90000"/>
            </a:srgbClr>
          </a:solidFill>
          <a:ln w="47625">
            <a:solidFill>
              <a:srgbClr val="1A0A2E">
                <a:alpha val="90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8959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92" name="Image 4" descr="preencoded.png">
            <a:extLst>
              <a:ext uri="{FF2B5EF4-FFF2-40B4-BE49-F238E27FC236}">
                <a16:creationId xmlns:a16="http://schemas.microsoft.com/office/drawing/2014/main" id="{4D218C8E-4E00-44E5-68D9-1BB21001A89A}"/>
              </a:ext>
            </a:extLst>
          </p:cNvPr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1732" y="7962207"/>
            <a:ext cx="475501" cy="475417"/>
          </a:xfrm>
          <a:prstGeom prst="rect">
            <a:avLst/>
          </a:prstGeom>
        </p:spPr>
      </p:pic>
      <p:sp>
        <p:nvSpPr>
          <p:cNvPr id="93" name="Text 26">
            <a:extLst>
              <a:ext uri="{FF2B5EF4-FFF2-40B4-BE49-F238E27FC236}">
                <a16:creationId xmlns:a16="http://schemas.microsoft.com/office/drawing/2014/main" id="{C17F55C9-A07A-F3EB-CF84-D1D33A27D1B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3095881" y="7396422"/>
            <a:ext cx="3678682" cy="1614170"/>
          </a:xfrm>
          <a:prstGeom prst="rect">
            <a:avLst/>
          </a:prstGeom>
          <a:noFill/>
          <a:ln/>
          <a:effectLst>
            <a:outerShdw blurRad="101600" dist="1905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 of computer processor</a:t>
            </a:r>
            <a:endParaRPr lang="en-US" sz="2800" dirty="0"/>
          </a:p>
        </p:txBody>
      </p:sp>
      <p:pic>
        <p:nvPicPr>
          <p:cNvPr id="94" name="Picture Placeholder 93">
            <a:extLst>
              <a:ext uri="{FF2B5EF4-FFF2-40B4-BE49-F238E27FC236}">
                <a16:creationId xmlns:a16="http://schemas.microsoft.com/office/drawing/2014/main" id="{D39F1335-D0EB-9813-AC45-151364AAD736}"/>
              </a:ext>
            </a:extLst>
          </p:cNvPr>
          <p:cNvPicPr>
            <a:picLocks noGrp="1" noChangeAspect="1"/>
          </p:cNvPicPr>
          <p:nvPr>
            <p:ph type="pic" idx="1013" hasCustomPrompt="1"/>
          </p:nvPr>
        </p:nvPicPr>
        <p:blipFill>
          <a:blip r:embed="rId7"/>
          <a:srcRect t="13514" b="24488"/>
          <a:stretch/>
        </p:blipFill>
        <p:spPr>
          <a:xfrm>
            <a:off x="7154766" y="3783261"/>
            <a:ext cx="9853364" cy="817079"/>
          </a:xfrm>
          <a:prstGeom prst="rect">
            <a:avLst/>
          </a:prstGeom>
        </p:spPr>
      </p:pic>
      <p:sp>
        <p:nvSpPr>
          <p:cNvPr id="95" name="Shape 13">
            <a:extLst>
              <a:ext uri="{FF2B5EF4-FFF2-40B4-BE49-F238E27FC236}">
                <a16:creationId xmlns:a16="http://schemas.microsoft.com/office/drawing/2014/main" id="{B9879F6E-853F-AB36-9F04-A7ADE3743089}"/>
              </a:ext>
            </a:extLst>
          </p:cNvPr>
          <p:cNvSpPr>
            <a:spLocks noGrp="1"/>
          </p:cNvSpPr>
          <p:nvPr/>
        </p:nvSpPr>
        <p:spPr>
          <a:xfrm>
            <a:off x="7722046" y="874259"/>
            <a:ext cx="2838004" cy="67627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</a:t>
            </a:r>
            <a:r>
              <a:rPr lang="he-IL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he-IL" sz="24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6014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1219200" y="7175498"/>
            <a:ext cx="3633788" cy="3387869"/>
          </a:xfrm>
          <a:prstGeom prst="roundRect">
            <a:avLst>
              <a:gd name="adj" fmla="val 6391"/>
            </a:avLst>
          </a:prstGeom>
          <a:solidFill>
            <a:srgbClr val="E74C3C">
              <a:alpha val="40000"/>
            </a:srgbClr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589026" y="609600"/>
            <a:ext cx="171099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kern="0" spc="315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QUESTION #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89026" y="1047750"/>
            <a:ext cx="17109948" cy="592782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here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857946" y="6305550"/>
            <a:ext cx="432346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723" y="9320213"/>
            <a:ext cx="381000" cy="3238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410123" y="9286875"/>
            <a:ext cx="18613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1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6271617" y="2505075"/>
            <a:ext cx="1672679" cy="581025"/>
          </a:xfrm>
          <a:prstGeom prst="roundRect">
            <a:avLst>
              <a:gd name="adj" fmla="val 50000"/>
            </a:avLst>
          </a:prstGeom>
          <a:solidFill>
            <a:srgbClr val="B6FF3C"/>
          </a:solidFill>
          <a:ln w="47625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7"/>
          <p:cNvSpPr/>
          <p:nvPr/>
        </p:nvSpPr>
        <p:spPr>
          <a:xfrm>
            <a:off x="6528792" y="2628900"/>
            <a:ext cx="12345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6819007" y="3257550"/>
            <a:ext cx="654248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2" name="Shape 19"/>
          <p:cNvSpPr/>
          <p:nvPr/>
        </p:nvSpPr>
        <p:spPr>
          <a:xfrm>
            <a:off x="5291138" y="4132574"/>
            <a:ext cx="3633788" cy="6430793"/>
          </a:xfrm>
          <a:prstGeom prst="roundRect">
            <a:avLst>
              <a:gd name="adj" fmla="val 5242"/>
            </a:avLst>
          </a:prstGeom>
          <a:solidFill>
            <a:srgbClr val="3498DB"/>
          </a:solidFill>
          <a:ln w="47625">
            <a:solidFill>
              <a:srgbClr val="1A0A2E"/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33788"/>
                      <a:gd name="connsiteY0" fmla="*/ 190483 h 4944751"/>
                      <a:gd name="connsiteX1" fmla="*/ 190483 w 3633788"/>
                      <a:gd name="connsiteY1" fmla="*/ 0 h 4944751"/>
                      <a:gd name="connsiteX2" fmla="*/ 797676 w 3633788"/>
                      <a:gd name="connsiteY2" fmla="*/ 0 h 4944751"/>
                      <a:gd name="connsiteX3" fmla="*/ 1274757 w 3633788"/>
                      <a:gd name="connsiteY3" fmla="*/ 0 h 4944751"/>
                      <a:gd name="connsiteX4" fmla="*/ 1719309 w 3633788"/>
                      <a:gd name="connsiteY4" fmla="*/ 0 h 4944751"/>
                      <a:gd name="connsiteX5" fmla="*/ 2196390 w 3633788"/>
                      <a:gd name="connsiteY5" fmla="*/ 0 h 4944751"/>
                      <a:gd name="connsiteX6" fmla="*/ 2705999 w 3633788"/>
                      <a:gd name="connsiteY6" fmla="*/ 0 h 4944751"/>
                      <a:gd name="connsiteX7" fmla="*/ 3443305 w 3633788"/>
                      <a:gd name="connsiteY7" fmla="*/ 0 h 4944751"/>
                      <a:gd name="connsiteX8" fmla="*/ 3633788 w 3633788"/>
                      <a:gd name="connsiteY8" fmla="*/ 190483 h 4944751"/>
                      <a:gd name="connsiteX9" fmla="*/ 3633788 w 3633788"/>
                      <a:gd name="connsiteY9" fmla="*/ 852232 h 4944751"/>
                      <a:gd name="connsiteX10" fmla="*/ 3633788 w 3633788"/>
                      <a:gd name="connsiteY10" fmla="*/ 1513981 h 4944751"/>
                      <a:gd name="connsiteX11" fmla="*/ 3633788 w 3633788"/>
                      <a:gd name="connsiteY11" fmla="*/ 2130092 h 4944751"/>
                      <a:gd name="connsiteX12" fmla="*/ 3633788 w 3633788"/>
                      <a:gd name="connsiteY12" fmla="*/ 2654927 h 4944751"/>
                      <a:gd name="connsiteX13" fmla="*/ 3633788 w 3633788"/>
                      <a:gd name="connsiteY13" fmla="*/ 3271038 h 4944751"/>
                      <a:gd name="connsiteX14" fmla="*/ 3633788 w 3633788"/>
                      <a:gd name="connsiteY14" fmla="*/ 3750235 h 4944751"/>
                      <a:gd name="connsiteX15" fmla="*/ 3633788 w 3633788"/>
                      <a:gd name="connsiteY15" fmla="*/ 4754268 h 4944751"/>
                      <a:gd name="connsiteX16" fmla="*/ 3443305 w 3633788"/>
                      <a:gd name="connsiteY16" fmla="*/ 4944751 h 4944751"/>
                      <a:gd name="connsiteX17" fmla="*/ 2868640 w 3633788"/>
                      <a:gd name="connsiteY17" fmla="*/ 4944751 h 4944751"/>
                      <a:gd name="connsiteX18" fmla="*/ 2261446 w 3633788"/>
                      <a:gd name="connsiteY18" fmla="*/ 4944751 h 4944751"/>
                      <a:gd name="connsiteX19" fmla="*/ 1751838 w 3633788"/>
                      <a:gd name="connsiteY19" fmla="*/ 4944751 h 4944751"/>
                      <a:gd name="connsiteX20" fmla="*/ 1274757 w 3633788"/>
                      <a:gd name="connsiteY20" fmla="*/ 4944751 h 4944751"/>
                      <a:gd name="connsiteX21" fmla="*/ 732620 w 3633788"/>
                      <a:gd name="connsiteY21" fmla="*/ 4944751 h 4944751"/>
                      <a:gd name="connsiteX22" fmla="*/ 190483 w 3633788"/>
                      <a:gd name="connsiteY22" fmla="*/ 4944751 h 4944751"/>
                      <a:gd name="connsiteX23" fmla="*/ 0 w 3633788"/>
                      <a:gd name="connsiteY23" fmla="*/ 4754268 h 4944751"/>
                      <a:gd name="connsiteX24" fmla="*/ 0 w 3633788"/>
                      <a:gd name="connsiteY24" fmla="*/ 4320708 h 4944751"/>
                      <a:gd name="connsiteX25" fmla="*/ 0 w 3633788"/>
                      <a:gd name="connsiteY25" fmla="*/ 3704597 h 4944751"/>
                      <a:gd name="connsiteX26" fmla="*/ 0 w 3633788"/>
                      <a:gd name="connsiteY26" fmla="*/ 3225400 h 4944751"/>
                      <a:gd name="connsiteX27" fmla="*/ 0 w 3633788"/>
                      <a:gd name="connsiteY27" fmla="*/ 2609289 h 4944751"/>
                      <a:gd name="connsiteX28" fmla="*/ 0 w 3633788"/>
                      <a:gd name="connsiteY28" fmla="*/ 2084454 h 4944751"/>
                      <a:gd name="connsiteX29" fmla="*/ 0 w 3633788"/>
                      <a:gd name="connsiteY29" fmla="*/ 1605256 h 4944751"/>
                      <a:gd name="connsiteX30" fmla="*/ 0 w 3633788"/>
                      <a:gd name="connsiteY30" fmla="*/ 1171697 h 4944751"/>
                      <a:gd name="connsiteX31" fmla="*/ 0 w 3633788"/>
                      <a:gd name="connsiteY31" fmla="*/ 692499 h 4944751"/>
                      <a:gd name="connsiteX32" fmla="*/ 0 w 3633788"/>
                      <a:gd name="connsiteY32" fmla="*/ 190483 h 49447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3633788" h="4944751" fill="none" extrusionOk="0">
                        <a:moveTo>
                          <a:pt x="0" y="190483"/>
                        </a:moveTo>
                        <a:cubicBezTo>
                          <a:pt x="-18177" y="95474"/>
                          <a:pt x="94825" y="25857"/>
                          <a:pt x="190483" y="0"/>
                        </a:cubicBezTo>
                        <a:cubicBezTo>
                          <a:pt x="428238" y="-974"/>
                          <a:pt x="567143" y="35625"/>
                          <a:pt x="797676" y="0"/>
                        </a:cubicBezTo>
                        <a:cubicBezTo>
                          <a:pt x="1028209" y="-35625"/>
                          <a:pt x="1111606" y="18477"/>
                          <a:pt x="1274757" y="0"/>
                        </a:cubicBezTo>
                        <a:cubicBezTo>
                          <a:pt x="1437908" y="-18477"/>
                          <a:pt x="1539656" y="20796"/>
                          <a:pt x="1719309" y="0"/>
                        </a:cubicBezTo>
                        <a:cubicBezTo>
                          <a:pt x="1898962" y="-20796"/>
                          <a:pt x="2067602" y="1496"/>
                          <a:pt x="2196390" y="0"/>
                        </a:cubicBezTo>
                        <a:cubicBezTo>
                          <a:pt x="2325178" y="-1496"/>
                          <a:pt x="2568059" y="54347"/>
                          <a:pt x="2705999" y="0"/>
                        </a:cubicBezTo>
                        <a:cubicBezTo>
                          <a:pt x="2843939" y="-54347"/>
                          <a:pt x="3176802" y="64487"/>
                          <a:pt x="3443305" y="0"/>
                        </a:cubicBezTo>
                        <a:cubicBezTo>
                          <a:pt x="3534022" y="14378"/>
                          <a:pt x="3652358" y="89450"/>
                          <a:pt x="3633788" y="190483"/>
                        </a:cubicBezTo>
                        <a:cubicBezTo>
                          <a:pt x="3691120" y="345624"/>
                          <a:pt x="3570575" y="565081"/>
                          <a:pt x="3633788" y="852232"/>
                        </a:cubicBezTo>
                        <a:cubicBezTo>
                          <a:pt x="3697001" y="1139383"/>
                          <a:pt x="3574188" y="1271546"/>
                          <a:pt x="3633788" y="1513981"/>
                        </a:cubicBezTo>
                        <a:cubicBezTo>
                          <a:pt x="3693388" y="1756416"/>
                          <a:pt x="3626186" y="1882138"/>
                          <a:pt x="3633788" y="2130092"/>
                        </a:cubicBezTo>
                        <a:cubicBezTo>
                          <a:pt x="3641390" y="2378046"/>
                          <a:pt x="3591742" y="2529849"/>
                          <a:pt x="3633788" y="2654927"/>
                        </a:cubicBezTo>
                        <a:cubicBezTo>
                          <a:pt x="3675834" y="2780006"/>
                          <a:pt x="3629962" y="3058920"/>
                          <a:pt x="3633788" y="3271038"/>
                        </a:cubicBezTo>
                        <a:cubicBezTo>
                          <a:pt x="3637614" y="3483156"/>
                          <a:pt x="3591731" y="3654170"/>
                          <a:pt x="3633788" y="3750235"/>
                        </a:cubicBezTo>
                        <a:cubicBezTo>
                          <a:pt x="3675845" y="3846300"/>
                          <a:pt x="3522952" y="4403761"/>
                          <a:pt x="3633788" y="4754268"/>
                        </a:cubicBezTo>
                        <a:cubicBezTo>
                          <a:pt x="3660363" y="4868585"/>
                          <a:pt x="3537681" y="4923268"/>
                          <a:pt x="3443305" y="4944751"/>
                        </a:cubicBezTo>
                        <a:cubicBezTo>
                          <a:pt x="3281471" y="4992060"/>
                          <a:pt x="3146126" y="4911473"/>
                          <a:pt x="2868640" y="4944751"/>
                        </a:cubicBezTo>
                        <a:cubicBezTo>
                          <a:pt x="2591155" y="4978029"/>
                          <a:pt x="2483631" y="4878578"/>
                          <a:pt x="2261446" y="4944751"/>
                        </a:cubicBezTo>
                        <a:cubicBezTo>
                          <a:pt x="2039261" y="5010924"/>
                          <a:pt x="1879618" y="4898719"/>
                          <a:pt x="1751838" y="4944751"/>
                        </a:cubicBezTo>
                        <a:cubicBezTo>
                          <a:pt x="1624058" y="4990783"/>
                          <a:pt x="1451784" y="4929455"/>
                          <a:pt x="1274757" y="4944751"/>
                        </a:cubicBezTo>
                        <a:cubicBezTo>
                          <a:pt x="1097730" y="4960047"/>
                          <a:pt x="895758" y="4887747"/>
                          <a:pt x="732620" y="4944751"/>
                        </a:cubicBezTo>
                        <a:cubicBezTo>
                          <a:pt x="569482" y="5001755"/>
                          <a:pt x="403604" y="4886837"/>
                          <a:pt x="190483" y="4944751"/>
                        </a:cubicBezTo>
                        <a:cubicBezTo>
                          <a:pt x="101580" y="4931351"/>
                          <a:pt x="513" y="4844520"/>
                          <a:pt x="0" y="4754268"/>
                        </a:cubicBezTo>
                        <a:cubicBezTo>
                          <a:pt x="-9554" y="4595577"/>
                          <a:pt x="5710" y="4420444"/>
                          <a:pt x="0" y="4320708"/>
                        </a:cubicBezTo>
                        <a:cubicBezTo>
                          <a:pt x="-5710" y="4220972"/>
                          <a:pt x="65967" y="3923344"/>
                          <a:pt x="0" y="3704597"/>
                        </a:cubicBezTo>
                        <a:cubicBezTo>
                          <a:pt x="-65967" y="3485850"/>
                          <a:pt x="16660" y="3393972"/>
                          <a:pt x="0" y="3225400"/>
                        </a:cubicBezTo>
                        <a:cubicBezTo>
                          <a:pt x="-16660" y="3056828"/>
                          <a:pt x="31179" y="2884120"/>
                          <a:pt x="0" y="2609289"/>
                        </a:cubicBezTo>
                        <a:cubicBezTo>
                          <a:pt x="-31179" y="2334458"/>
                          <a:pt x="59603" y="2337356"/>
                          <a:pt x="0" y="2084454"/>
                        </a:cubicBezTo>
                        <a:cubicBezTo>
                          <a:pt x="-59603" y="1831553"/>
                          <a:pt x="21680" y="1730179"/>
                          <a:pt x="0" y="1605256"/>
                        </a:cubicBezTo>
                        <a:cubicBezTo>
                          <a:pt x="-21680" y="1480333"/>
                          <a:pt x="32949" y="1260096"/>
                          <a:pt x="0" y="1171697"/>
                        </a:cubicBezTo>
                        <a:cubicBezTo>
                          <a:pt x="-32949" y="1083298"/>
                          <a:pt x="50097" y="800857"/>
                          <a:pt x="0" y="692499"/>
                        </a:cubicBezTo>
                        <a:cubicBezTo>
                          <a:pt x="-50097" y="584141"/>
                          <a:pt x="55169" y="304190"/>
                          <a:pt x="0" y="190483"/>
                        </a:cubicBezTo>
                        <a:close/>
                      </a:path>
                      <a:path w="3633788" h="4944751" stroke="0" extrusionOk="0">
                        <a:moveTo>
                          <a:pt x="0" y="190483"/>
                        </a:moveTo>
                        <a:cubicBezTo>
                          <a:pt x="-2201" y="83924"/>
                          <a:pt x="58013" y="10235"/>
                          <a:pt x="190483" y="0"/>
                        </a:cubicBezTo>
                        <a:cubicBezTo>
                          <a:pt x="472396" y="-15076"/>
                          <a:pt x="578197" y="30814"/>
                          <a:pt x="797676" y="0"/>
                        </a:cubicBezTo>
                        <a:cubicBezTo>
                          <a:pt x="1017155" y="-30814"/>
                          <a:pt x="1077459" y="40382"/>
                          <a:pt x="1307285" y="0"/>
                        </a:cubicBezTo>
                        <a:cubicBezTo>
                          <a:pt x="1537111" y="-40382"/>
                          <a:pt x="1644366" y="36770"/>
                          <a:pt x="1784366" y="0"/>
                        </a:cubicBezTo>
                        <a:cubicBezTo>
                          <a:pt x="1924366" y="-36770"/>
                          <a:pt x="2148206" y="21727"/>
                          <a:pt x="2359031" y="0"/>
                        </a:cubicBezTo>
                        <a:cubicBezTo>
                          <a:pt x="2569857" y="-21727"/>
                          <a:pt x="2751939" y="44049"/>
                          <a:pt x="2868640" y="0"/>
                        </a:cubicBezTo>
                        <a:cubicBezTo>
                          <a:pt x="2985341" y="-44049"/>
                          <a:pt x="3287750" y="67566"/>
                          <a:pt x="3443305" y="0"/>
                        </a:cubicBezTo>
                        <a:cubicBezTo>
                          <a:pt x="3545338" y="-30216"/>
                          <a:pt x="3620834" y="103284"/>
                          <a:pt x="3633788" y="190483"/>
                        </a:cubicBezTo>
                        <a:cubicBezTo>
                          <a:pt x="3664163" y="379111"/>
                          <a:pt x="3627727" y="486100"/>
                          <a:pt x="3633788" y="669680"/>
                        </a:cubicBezTo>
                        <a:cubicBezTo>
                          <a:pt x="3639849" y="853260"/>
                          <a:pt x="3633045" y="957309"/>
                          <a:pt x="3633788" y="1240154"/>
                        </a:cubicBezTo>
                        <a:cubicBezTo>
                          <a:pt x="3634531" y="1522999"/>
                          <a:pt x="3630479" y="1632775"/>
                          <a:pt x="3633788" y="1810627"/>
                        </a:cubicBezTo>
                        <a:cubicBezTo>
                          <a:pt x="3637097" y="1988479"/>
                          <a:pt x="3573390" y="2230071"/>
                          <a:pt x="3633788" y="2335462"/>
                        </a:cubicBezTo>
                        <a:cubicBezTo>
                          <a:pt x="3694186" y="2440854"/>
                          <a:pt x="3571813" y="2737395"/>
                          <a:pt x="3633788" y="2997211"/>
                        </a:cubicBezTo>
                        <a:cubicBezTo>
                          <a:pt x="3695763" y="3257027"/>
                          <a:pt x="3621201" y="3347341"/>
                          <a:pt x="3633788" y="3658960"/>
                        </a:cubicBezTo>
                        <a:cubicBezTo>
                          <a:pt x="3646375" y="3970579"/>
                          <a:pt x="3633026" y="3999797"/>
                          <a:pt x="3633788" y="4138157"/>
                        </a:cubicBezTo>
                        <a:cubicBezTo>
                          <a:pt x="3634550" y="4276517"/>
                          <a:pt x="3608083" y="4627663"/>
                          <a:pt x="3633788" y="4754268"/>
                        </a:cubicBezTo>
                        <a:cubicBezTo>
                          <a:pt x="3626712" y="4845044"/>
                          <a:pt x="3549957" y="4925125"/>
                          <a:pt x="3443305" y="4944751"/>
                        </a:cubicBezTo>
                        <a:cubicBezTo>
                          <a:pt x="3252768" y="4970899"/>
                          <a:pt x="3024231" y="4888082"/>
                          <a:pt x="2868640" y="4944751"/>
                        </a:cubicBezTo>
                        <a:cubicBezTo>
                          <a:pt x="2713049" y="5001420"/>
                          <a:pt x="2515948" y="4905549"/>
                          <a:pt x="2391559" y="4944751"/>
                        </a:cubicBezTo>
                        <a:cubicBezTo>
                          <a:pt x="2267170" y="4983953"/>
                          <a:pt x="2062141" y="4907569"/>
                          <a:pt x="1784366" y="4944751"/>
                        </a:cubicBezTo>
                        <a:cubicBezTo>
                          <a:pt x="1506591" y="4981933"/>
                          <a:pt x="1440186" y="4906120"/>
                          <a:pt x="1242229" y="4944751"/>
                        </a:cubicBezTo>
                        <a:cubicBezTo>
                          <a:pt x="1044272" y="4983382"/>
                          <a:pt x="878244" y="4916666"/>
                          <a:pt x="765148" y="4944751"/>
                        </a:cubicBezTo>
                        <a:cubicBezTo>
                          <a:pt x="652052" y="4972836"/>
                          <a:pt x="364000" y="4903745"/>
                          <a:pt x="190483" y="4944751"/>
                        </a:cubicBezTo>
                        <a:cubicBezTo>
                          <a:pt x="64559" y="4943578"/>
                          <a:pt x="16065" y="4873300"/>
                          <a:pt x="0" y="4754268"/>
                        </a:cubicBezTo>
                        <a:cubicBezTo>
                          <a:pt x="-21817" y="4535609"/>
                          <a:pt x="6418" y="4416407"/>
                          <a:pt x="0" y="4183795"/>
                        </a:cubicBezTo>
                        <a:cubicBezTo>
                          <a:pt x="-6418" y="3951183"/>
                          <a:pt x="55738" y="3877423"/>
                          <a:pt x="0" y="3704597"/>
                        </a:cubicBezTo>
                        <a:cubicBezTo>
                          <a:pt x="-55738" y="3531771"/>
                          <a:pt x="22965" y="3357633"/>
                          <a:pt x="0" y="3088486"/>
                        </a:cubicBezTo>
                        <a:cubicBezTo>
                          <a:pt x="-22965" y="2819339"/>
                          <a:pt x="25294" y="2794273"/>
                          <a:pt x="0" y="2609289"/>
                        </a:cubicBezTo>
                        <a:cubicBezTo>
                          <a:pt x="-25294" y="2424305"/>
                          <a:pt x="56073" y="2240996"/>
                          <a:pt x="0" y="1993178"/>
                        </a:cubicBezTo>
                        <a:cubicBezTo>
                          <a:pt x="-56073" y="1745360"/>
                          <a:pt x="39345" y="1655084"/>
                          <a:pt x="0" y="1559619"/>
                        </a:cubicBezTo>
                        <a:cubicBezTo>
                          <a:pt x="-39345" y="1464154"/>
                          <a:pt x="61558" y="1079404"/>
                          <a:pt x="0" y="943508"/>
                        </a:cubicBezTo>
                        <a:cubicBezTo>
                          <a:pt x="-61558" y="807612"/>
                          <a:pt x="69217" y="452767"/>
                          <a:pt x="0" y="19048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453" y="9301163"/>
            <a:ext cx="361950" cy="3619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79803" y="9286875"/>
            <a:ext cx="22470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2</a:t>
            </a:r>
            <a:endParaRPr lang="en-US" sz="2550" dirty="0"/>
          </a:p>
        </p:txBody>
      </p:sp>
      <p:sp>
        <p:nvSpPr>
          <p:cNvPr id="25" name="Text 21"/>
          <p:cNvSpPr/>
          <p:nvPr/>
        </p:nvSpPr>
        <p:spPr>
          <a:xfrm>
            <a:off x="11002268" y="6972300"/>
            <a:ext cx="431602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6" name="Shape 22"/>
          <p:cNvSpPr/>
          <p:nvPr/>
        </p:nvSpPr>
        <p:spPr>
          <a:xfrm>
            <a:off x="9363075" y="7841138"/>
            <a:ext cx="3633788" cy="2722229"/>
          </a:xfrm>
          <a:prstGeom prst="roundRect">
            <a:avLst>
              <a:gd name="adj" fmla="val 7890"/>
            </a:avLst>
          </a:prstGeom>
          <a:solidFill>
            <a:srgbClr val="F1C40F"/>
          </a:solidFill>
          <a:ln w="47625">
            <a:solidFill>
              <a:srgbClr val="1A0A2E"/>
            </a:solidFill>
            <a:prstDash val="solid"/>
            <a:round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782" y="9301163"/>
            <a:ext cx="361950" cy="3619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486132" y="9286875"/>
            <a:ext cx="19780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3</a:t>
            </a:r>
            <a:endParaRPr lang="en-US" sz="2550" dirty="0"/>
          </a:p>
        </p:txBody>
      </p:sp>
      <p:sp>
        <p:nvSpPr>
          <p:cNvPr id="29" name="Text 24"/>
          <p:cNvSpPr/>
          <p:nvPr/>
        </p:nvSpPr>
        <p:spPr>
          <a:xfrm>
            <a:off x="15076587" y="7353300"/>
            <a:ext cx="426839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30" name="Shape 25"/>
          <p:cNvSpPr/>
          <p:nvPr/>
        </p:nvSpPr>
        <p:spPr>
          <a:xfrm>
            <a:off x="13435013" y="8221503"/>
            <a:ext cx="3633788" cy="2341864"/>
          </a:xfrm>
          <a:prstGeom prst="roundRect">
            <a:avLst>
              <a:gd name="adj" fmla="val 7690"/>
            </a:avLst>
          </a:prstGeom>
          <a:solidFill>
            <a:srgbClr val="2ECC71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8730" y="9310688"/>
            <a:ext cx="342900" cy="3429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44030" y="9286875"/>
            <a:ext cx="27922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4</a:t>
            </a:r>
            <a:endParaRPr lang="en-US" sz="2550" dirty="0"/>
          </a:p>
        </p:txBody>
      </p:sp>
    </p:spTree>
    <p:extLst>
      <p:ext uri="{BB962C8B-B14F-4D97-AF65-F5344CB8AC3E}">
        <p14:creationId xmlns:p14="http://schemas.microsoft.com/office/powerpoint/2010/main" val="167028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26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589026" y="1473398"/>
            <a:ext cx="171099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kern="0" spc="336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9026" y="1921073"/>
            <a:ext cx="17109948" cy="870198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after Question #</a:t>
            </a:r>
            <a:endParaRPr lang="en-US" sz="6300" dirty="0"/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E2376594-6EB3-8071-7528-754BE1DA0E62}"/>
              </a:ext>
            </a:extLst>
          </p:cNvPr>
          <p:cNvSpPr/>
          <p:nvPr/>
        </p:nvSpPr>
        <p:spPr>
          <a:xfrm>
            <a:off x="3048000" y="3803514"/>
            <a:ext cx="12192000" cy="1504950"/>
          </a:xfrm>
          <a:prstGeom prst="roundRect">
            <a:avLst>
              <a:gd name="adj" fmla="val 16456"/>
            </a:avLst>
          </a:prstGeom>
          <a:solidFill>
            <a:srgbClr val="FFD400"/>
          </a:solidFill>
          <a:ln w="4762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99991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3DFFBE2A-69AF-B99C-0F78-6B8AE7943A56}"/>
              </a:ext>
            </a:extLst>
          </p:cNvPr>
          <p:cNvSpPr/>
          <p:nvPr/>
        </p:nvSpPr>
        <p:spPr>
          <a:xfrm>
            <a:off x="3438525" y="4189277"/>
            <a:ext cx="876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8CE72F38-440A-4D04-2235-2340ACE28749}"/>
              </a:ext>
            </a:extLst>
          </p:cNvPr>
          <p:cNvSpPr/>
          <p:nvPr/>
        </p:nvSpPr>
        <p:spPr>
          <a:xfrm>
            <a:off x="4581525" y="4098789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381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BC9AEADB-D765-A905-8016-CF14C649A1D9}"/>
              </a:ext>
            </a:extLst>
          </p:cNvPr>
          <p:cNvSpPr/>
          <p:nvPr/>
        </p:nvSpPr>
        <p:spPr>
          <a:xfrm>
            <a:off x="4581525" y="4136889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2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🐸</a:t>
            </a:r>
            <a:endParaRPr lang="en-US" sz="420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6760031C-C99E-8B7B-392F-E6C2382F82E6}"/>
              </a:ext>
            </a:extLst>
          </p:cNvPr>
          <p:cNvSpPr/>
          <p:nvPr/>
        </p:nvSpPr>
        <p:spPr>
          <a:xfrm>
            <a:off x="5800725" y="4279764"/>
            <a:ext cx="192911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Frogster</a:t>
            </a:r>
            <a:endParaRPr lang="en-US" sz="36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62065B86-8E81-5C7D-66EE-8C7A149E78EF}"/>
              </a:ext>
            </a:extLst>
          </p:cNvPr>
          <p:cNvSpPr/>
          <p:nvPr/>
        </p:nvSpPr>
        <p:spPr>
          <a:xfrm>
            <a:off x="7958435" y="4313102"/>
            <a:ext cx="1078557" cy="48577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62C3FF33-CD5B-A44C-6541-60EA12D74B7B}"/>
              </a:ext>
            </a:extLst>
          </p:cNvPr>
          <p:cNvSpPr/>
          <p:nvPr/>
        </p:nvSpPr>
        <p:spPr>
          <a:xfrm>
            <a:off x="8148935" y="4389302"/>
            <a:ext cx="7737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+980</a:t>
            </a:r>
            <a:endParaRPr lang="en-US" sz="2100" dirty="0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36803F78-2489-6261-2C65-D1BCA5CC72C7}"/>
              </a:ext>
            </a:extLst>
          </p:cNvPr>
          <p:cNvSpPr/>
          <p:nvPr/>
        </p:nvSpPr>
        <p:spPr>
          <a:xfrm>
            <a:off x="13395127" y="4236902"/>
            <a:ext cx="149244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6,420</a:t>
            </a:r>
            <a:endParaRPr lang="en-US" sz="4200" dirty="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7709EC02-9187-0723-8F7B-165AC7F70D38}"/>
              </a:ext>
            </a:extLst>
          </p:cNvPr>
          <p:cNvSpPr/>
          <p:nvPr/>
        </p:nvSpPr>
        <p:spPr>
          <a:xfrm>
            <a:off x="3048000" y="5561456"/>
            <a:ext cx="12192000" cy="1504950"/>
          </a:xfrm>
          <a:prstGeom prst="roundRect">
            <a:avLst>
              <a:gd name="adj" fmla="val 16456"/>
            </a:avLst>
          </a:prstGeom>
          <a:solidFill>
            <a:srgbClr val="FFFFFF">
              <a:alpha val="99000"/>
            </a:srgbClr>
          </a:solidFill>
          <a:ln w="47625">
            <a:solidFill>
              <a:srgbClr val="1A0A2E">
                <a:alpha val="99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9189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35140999-FE38-A425-AF16-BC82AD1BBC1A}"/>
              </a:ext>
            </a:extLst>
          </p:cNvPr>
          <p:cNvSpPr/>
          <p:nvPr/>
        </p:nvSpPr>
        <p:spPr>
          <a:xfrm>
            <a:off x="3438525" y="5947218"/>
            <a:ext cx="876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625BEEA8-8076-FBF4-1209-4844F9287CE8}"/>
              </a:ext>
            </a:extLst>
          </p:cNvPr>
          <p:cNvSpPr/>
          <p:nvPr/>
        </p:nvSpPr>
        <p:spPr>
          <a:xfrm>
            <a:off x="4581525" y="5856731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B6FF3C"/>
          </a:solidFill>
          <a:ln w="381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914DE753-D961-1F2D-6B4D-E1F2B7BEB51B}"/>
              </a:ext>
            </a:extLst>
          </p:cNvPr>
          <p:cNvSpPr/>
          <p:nvPr/>
        </p:nvSpPr>
        <p:spPr>
          <a:xfrm>
            <a:off x="4581525" y="5894831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2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420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229AD2EA-1338-EF61-6E08-C5E0B638D134}"/>
              </a:ext>
            </a:extLst>
          </p:cNvPr>
          <p:cNvSpPr/>
          <p:nvPr/>
        </p:nvSpPr>
        <p:spPr>
          <a:xfrm>
            <a:off x="5800725" y="6037706"/>
            <a:ext cx="187285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PixelFox</a:t>
            </a:r>
            <a:endParaRPr lang="en-US" sz="3600" dirty="0"/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36756A94-3365-19B5-3789-6A7D424E0E06}"/>
              </a:ext>
            </a:extLst>
          </p:cNvPr>
          <p:cNvSpPr/>
          <p:nvPr/>
        </p:nvSpPr>
        <p:spPr>
          <a:xfrm>
            <a:off x="7902178" y="6071043"/>
            <a:ext cx="1067842" cy="48577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0FD5A294-E87D-A6A7-DAF2-B9B549938FA9}"/>
              </a:ext>
            </a:extLst>
          </p:cNvPr>
          <p:cNvSpPr/>
          <p:nvPr/>
        </p:nvSpPr>
        <p:spPr>
          <a:xfrm>
            <a:off x="8092678" y="6147243"/>
            <a:ext cx="7630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+870</a:t>
            </a:r>
            <a:endParaRPr lang="en-US" sz="2100" dirty="0"/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4DF13F20-891A-011F-C0E3-9B4D4CF7844D}"/>
              </a:ext>
            </a:extLst>
          </p:cNvPr>
          <p:cNvSpPr/>
          <p:nvPr/>
        </p:nvSpPr>
        <p:spPr>
          <a:xfrm>
            <a:off x="13385453" y="5994843"/>
            <a:ext cx="1502122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5,980</a:t>
            </a:r>
            <a:endParaRPr lang="en-US" sz="4200" dirty="0"/>
          </a:p>
        </p:txBody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F975DE1D-05DF-3E6D-222F-41E57EBDBCB7}"/>
              </a:ext>
            </a:extLst>
          </p:cNvPr>
          <p:cNvSpPr/>
          <p:nvPr/>
        </p:nvSpPr>
        <p:spPr>
          <a:xfrm>
            <a:off x="3048000" y="7332534"/>
            <a:ext cx="12192000" cy="1504950"/>
          </a:xfrm>
          <a:prstGeom prst="roundRect">
            <a:avLst>
              <a:gd name="adj" fmla="val 16456"/>
            </a:avLst>
          </a:prstGeom>
          <a:solidFill>
            <a:srgbClr val="FFFFFF">
              <a:alpha val="96000"/>
            </a:srgbClr>
          </a:solidFill>
          <a:ln w="47625">
            <a:solidFill>
              <a:srgbClr val="1A0A2E">
                <a:alpha val="96000"/>
              </a:srgbClr>
            </a:solidFill>
            <a:prstDash val="solid"/>
          </a:ln>
          <a:effectLst>
            <a:outerShdw blurRad="101600" dist="114300" dir="5400000" algn="bl" rotWithShape="0">
              <a:srgbClr val="1A0A2E">
                <a:alpha val="96418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54E783E5-5AFC-A23A-4E5A-86CE488C8BC6}"/>
              </a:ext>
            </a:extLst>
          </p:cNvPr>
          <p:cNvSpPr/>
          <p:nvPr/>
        </p:nvSpPr>
        <p:spPr>
          <a:xfrm>
            <a:off x="3438525" y="7718296"/>
            <a:ext cx="876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49" name="Shape 31">
            <a:extLst>
              <a:ext uri="{FF2B5EF4-FFF2-40B4-BE49-F238E27FC236}">
                <a16:creationId xmlns:a16="http://schemas.microsoft.com/office/drawing/2014/main" id="{DF0A6D59-D7CB-78E8-B6D5-6D3CBFDA5387}"/>
              </a:ext>
            </a:extLst>
          </p:cNvPr>
          <p:cNvSpPr/>
          <p:nvPr/>
        </p:nvSpPr>
        <p:spPr>
          <a:xfrm>
            <a:off x="4581525" y="7627809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FF2E93"/>
          </a:solidFill>
          <a:ln w="381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32">
            <a:extLst>
              <a:ext uri="{FF2B5EF4-FFF2-40B4-BE49-F238E27FC236}">
                <a16:creationId xmlns:a16="http://schemas.microsoft.com/office/drawing/2014/main" id="{1C8BC4DD-9B6D-E640-F672-3249A08A394A}"/>
              </a:ext>
            </a:extLst>
          </p:cNvPr>
          <p:cNvSpPr/>
          <p:nvPr/>
        </p:nvSpPr>
        <p:spPr>
          <a:xfrm>
            <a:off x="4581525" y="7665909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2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🐯</a:t>
            </a:r>
            <a:endParaRPr lang="en-US" sz="4200" dirty="0"/>
          </a:p>
        </p:txBody>
      </p:sp>
      <p:sp>
        <p:nvSpPr>
          <p:cNvPr id="51" name="Text 33">
            <a:extLst>
              <a:ext uri="{FF2B5EF4-FFF2-40B4-BE49-F238E27FC236}">
                <a16:creationId xmlns:a16="http://schemas.microsoft.com/office/drawing/2014/main" id="{9F1A9061-54B5-B0CC-C338-735E827D35B9}"/>
              </a:ext>
            </a:extLst>
          </p:cNvPr>
          <p:cNvSpPr/>
          <p:nvPr/>
        </p:nvSpPr>
        <p:spPr>
          <a:xfrm>
            <a:off x="5800725" y="7808784"/>
            <a:ext cx="22909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NeonTiger</a:t>
            </a:r>
            <a:endParaRPr lang="en-US" sz="3600" dirty="0"/>
          </a:p>
        </p:txBody>
      </p:sp>
      <p:sp>
        <p:nvSpPr>
          <p:cNvPr id="52" name="Shape 34">
            <a:extLst>
              <a:ext uri="{FF2B5EF4-FFF2-40B4-BE49-F238E27FC236}">
                <a16:creationId xmlns:a16="http://schemas.microsoft.com/office/drawing/2014/main" id="{DCA4E87E-54B2-ABDA-3524-63C3DC9CA207}"/>
              </a:ext>
            </a:extLst>
          </p:cNvPr>
          <p:cNvSpPr/>
          <p:nvPr/>
        </p:nvSpPr>
        <p:spPr>
          <a:xfrm>
            <a:off x="8320236" y="7842121"/>
            <a:ext cx="1232148" cy="48577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5194167F-61BE-0AD7-17F9-5E2B107CD0FE}"/>
              </a:ext>
            </a:extLst>
          </p:cNvPr>
          <p:cNvSpPr/>
          <p:nvPr/>
        </p:nvSpPr>
        <p:spPr>
          <a:xfrm>
            <a:off x="8510736" y="7918321"/>
            <a:ext cx="9273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+1000</a:t>
            </a:r>
            <a:endParaRPr lang="en-US" sz="2100" dirty="0"/>
          </a:p>
        </p:txBody>
      </p:sp>
      <p:sp>
        <p:nvSpPr>
          <p:cNvPr id="54" name="Text 36">
            <a:extLst>
              <a:ext uri="{FF2B5EF4-FFF2-40B4-BE49-F238E27FC236}">
                <a16:creationId xmlns:a16="http://schemas.microsoft.com/office/drawing/2014/main" id="{890737FB-AC97-D34E-96BD-C40069C9EFA5}"/>
              </a:ext>
            </a:extLst>
          </p:cNvPr>
          <p:cNvSpPr/>
          <p:nvPr/>
        </p:nvSpPr>
        <p:spPr>
          <a:xfrm>
            <a:off x="13565088" y="7765921"/>
            <a:ext cx="132248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5,310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2659600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2286000" y="1905000"/>
            <a:ext cx="171450" cy="1714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15487650" y="3699326"/>
            <a:ext cx="133350" cy="133350"/>
          </a:xfrm>
          <a:prstGeom prst="ellipse">
            <a:avLst/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1524000" y="7410450"/>
            <a:ext cx="209550" cy="20955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16268700" y="7585526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 rot="4858397">
            <a:off x="1009799" y="98050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 rot="-8670967">
            <a:off x="4655046" y="471691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 rot="3544775">
            <a:off x="13835955" y="9098186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 rot="6064066">
            <a:off x="13662273" y="141292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 rot="8112465">
            <a:off x="2268587" y="2147596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 rot="-658701">
            <a:off x="11357521" y="759057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 rot="-4104689">
            <a:off x="2310557" y="551282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 rot="8244837">
            <a:off x="16136094" y="219507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 rot="4985349">
            <a:off x="10838259" y="102603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 rot="3555604">
            <a:off x="2141934" y="51324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 rot="125810">
            <a:off x="5497264" y="787194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 rot="3152229">
            <a:off x="14719102" y="36857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 rot="607087">
            <a:off x="224582" y="-54426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 rot="9982925">
            <a:off x="9479756" y="1056544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 rot="6836153">
            <a:off x="17179379" y="168983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6"/>
          <p:cNvSpPr/>
          <p:nvPr/>
        </p:nvSpPr>
        <p:spPr>
          <a:xfrm rot="5623835">
            <a:off x="1848296" y="125503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 rot="-6277125">
            <a:off x="1309539" y="473366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 rot="5160707">
            <a:off x="9268123" y="967775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 rot="-6342538">
            <a:off x="13089582" y="555202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 rot="-8379772">
            <a:off x="10816233" y="482135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Shape 31"/>
          <p:cNvSpPr/>
          <p:nvPr/>
        </p:nvSpPr>
        <p:spPr>
          <a:xfrm rot="1527398">
            <a:off x="11785104" y="837463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 rot="8306114">
            <a:off x="2451497" y="996404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 rot="6422284">
            <a:off x="11907143" y="1013022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 rot="6409441">
            <a:off x="6002685" y="153679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 rot="2641452">
            <a:off x="8206085" y="877420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 rot="8934511">
            <a:off x="1919883" y="244242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 rot="-167102">
            <a:off x="2125414" y="692506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0" name="Shape 38"/>
          <p:cNvSpPr/>
          <p:nvPr/>
        </p:nvSpPr>
        <p:spPr>
          <a:xfrm rot="3957985">
            <a:off x="4087118" y="65756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1" name="Shape 39"/>
          <p:cNvSpPr/>
          <p:nvPr/>
        </p:nvSpPr>
        <p:spPr>
          <a:xfrm rot="-7054371">
            <a:off x="12723316" y="5296724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2" name="Shape 40"/>
          <p:cNvSpPr/>
          <p:nvPr/>
        </p:nvSpPr>
        <p:spPr>
          <a:xfrm rot="10100879">
            <a:off x="7761536" y="1060775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3" name="Shape 41"/>
          <p:cNvSpPr/>
          <p:nvPr/>
        </p:nvSpPr>
        <p:spPr>
          <a:xfrm rot="-190009">
            <a:off x="8701088" y="775867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4" name="Shape 42"/>
          <p:cNvSpPr/>
          <p:nvPr/>
        </p:nvSpPr>
        <p:spPr>
          <a:xfrm rot="-3133963">
            <a:off x="13235732" y="670280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5" name="Shape 43"/>
          <p:cNvSpPr/>
          <p:nvPr/>
        </p:nvSpPr>
        <p:spPr>
          <a:xfrm rot="-5639355">
            <a:off x="1157139" y="496240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6" name="Shape 44"/>
          <p:cNvSpPr/>
          <p:nvPr/>
        </p:nvSpPr>
        <p:spPr>
          <a:xfrm rot="577653">
            <a:off x="8848874" y="-55482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7" name="Shape 45"/>
          <p:cNvSpPr/>
          <p:nvPr/>
        </p:nvSpPr>
        <p:spPr>
          <a:xfrm rot="9415283">
            <a:off x="3857625" y="3456686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 rot="-729159">
            <a:off x="16555343" y="672348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9" name="Shape 47"/>
          <p:cNvSpPr/>
          <p:nvPr/>
        </p:nvSpPr>
        <p:spPr>
          <a:xfrm rot="-5007468">
            <a:off x="754261" y="5189034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0" name="Shape 48"/>
          <p:cNvSpPr/>
          <p:nvPr/>
        </p:nvSpPr>
        <p:spPr>
          <a:xfrm rot="-6469927">
            <a:off x="17364521" y="466451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1" name="Shape 49"/>
          <p:cNvSpPr/>
          <p:nvPr/>
        </p:nvSpPr>
        <p:spPr>
          <a:xfrm rot="-1315869">
            <a:off x="3958530" y="735488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2" name="Shape 50"/>
          <p:cNvSpPr/>
          <p:nvPr/>
        </p:nvSpPr>
        <p:spPr>
          <a:xfrm rot="6973399">
            <a:off x="5308402" y="1032788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3" name="Shape 51"/>
          <p:cNvSpPr/>
          <p:nvPr/>
        </p:nvSpPr>
        <p:spPr>
          <a:xfrm rot="-1530895">
            <a:off x="17289959" y="643593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4" name="Shape 52"/>
          <p:cNvSpPr/>
          <p:nvPr/>
        </p:nvSpPr>
        <p:spPr>
          <a:xfrm rot="10265619">
            <a:off x="14765536" y="376166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5" name="Shape 53"/>
          <p:cNvSpPr/>
          <p:nvPr/>
        </p:nvSpPr>
        <p:spPr>
          <a:xfrm rot="6878277">
            <a:off x="6286202" y="170494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6" name="Shape 54"/>
          <p:cNvSpPr/>
          <p:nvPr/>
        </p:nvSpPr>
        <p:spPr>
          <a:xfrm rot="10663858">
            <a:off x="8081070" y="3904497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7" name="Shape 55"/>
          <p:cNvSpPr/>
          <p:nvPr/>
        </p:nvSpPr>
        <p:spPr>
          <a:xfrm rot="-6769240">
            <a:off x="6285905" y="539898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8" name="Shape 56"/>
          <p:cNvSpPr/>
          <p:nvPr/>
        </p:nvSpPr>
        <p:spPr>
          <a:xfrm rot="-2512681">
            <a:off x="9376" y="608380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9" name="Shape 57"/>
          <p:cNvSpPr/>
          <p:nvPr/>
        </p:nvSpPr>
        <p:spPr>
          <a:xfrm rot="-4680519">
            <a:off x="14086136" y="614812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0" name="Shape 58"/>
          <p:cNvSpPr/>
          <p:nvPr/>
        </p:nvSpPr>
        <p:spPr>
          <a:xfrm rot="4987831">
            <a:off x="3208437" y="102692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1" name="Shape 59"/>
          <p:cNvSpPr/>
          <p:nvPr/>
        </p:nvSpPr>
        <p:spPr>
          <a:xfrm rot="-7751018">
            <a:off x="2752427" y="420503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2" name="Shape 60"/>
          <p:cNvSpPr/>
          <p:nvPr/>
        </p:nvSpPr>
        <p:spPr>
          <a:xfrm rot="10463141">
            <a:off x="4055120" y="1073768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3" name="Shape 61"/>
          <p:cNvSpPr/>
          <p:nvPr/>
        </p:nvSpPr>
        <p:spPr>
          <a:xfrm rot="10596649">
            <a:off x="9816108" y="3880393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4" name="Shape 62"/>
          <p:cNvSpPr/>
          <p:nvPr/>
        </p:nvSpPr>
        <p:spPr>
          <a:xfrm rot="-5846002">
            <a:off x="6546949" y="5730114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5" name="Shape 63"/>
          <p:cNvSpPr/>
          <p:nvPr/>
        </p:nvSpPr>
        <p:spPr>
          <a:xfrm rot="-5345420">
            <a:off x="5717381" y="5909652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6" name="Shape 64"/>
          <p:cNvSpPr/>
          <p:nvPr/>
        </p:nvSpPr>
        <p:spPr>
          <a:xfrm rot="-7723195">
            <a:off x="17817257" y="421501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7" name="Shape 65"/>
          <p:cNvSpPr/>
          <p:nvPr/>
        </p:nvSpPr>
        <p:spPr>
          <a:xfrm rot="-4864046">
            <a:off x="7463582" y="6082300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8" name="Shape 66"/>
          <p:cNvSpPr/>
          <p:nvPr/>
        </p:nvSpPr>
        <p:spPr>
          <a:xfrm rot="646833">
            <a:off x="16873240" y="-530008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B6FF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9" name="Shape 67"/>
          <p:cNvSpPr/>
          <p:nvPr/>
        </p:nvSpPr>
        <p:spPr>
          <a:xfrm rot="7717841">
            <a:off x="17274332" y="200606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2E9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0" name="Shape 68"/>
          <p:cNvSpPr/>
          <p:nvPr/>
        </p:nvSpPr>
        <p:spPr>
          <a:xfrm rot="5498784">
            <a:off x="9295358" y="979900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1" name="Shape 69"/>
          <p:cNvSpPr/>
          <p:nvPr/>
        </p:nvSpPr>
        <p:spPr>
          <a:xfrm rot="5259852">
            <a:off x="5306913" y="9713311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2" name="Shape 70"/>
          <p:cNvSpPr/>
          <p:nvPr/>
        </p:nvSpPr>
        <p:spPr>
          <a:xfrm rot="4976531">
            <a:off x="6899523" y="1022869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3" name="Text 71"/>
          <p:cNvSpPr/>
          <p:nvPr/>
        </p:nvSpPr>
        <p:spPr>
          <a:xfrm>
            <a:off x="589026" y="551733"/>
            <a:ext cx="171099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kern="0" spc="399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THE WINNERS 🎉</a:t>
            </a:r>
            <a:endParaRPr lang="en-US" sz="2850" dirty="0"/>
          </a:p>
        </p:txBody>
      </p:sp>
      <p:sp>
        <p:nvSpPr>
          <p:cNvPr id="74" name="Text 72"/>
          <p:cNvSpPr/>
          <p:nvPr/>
        </p:nvSpPr>
        <p:spPr>
          <a:xfrm>
            <a:off x="589026" y="1171575"/>
            <a:ext cx="17109948" cy="850255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Over!</a:t>
            </a:r>
            <a:endParaRPr lang="en-US" sz="6150" dirty="0"/>
          </a:p>
        </p:txBody>
      </p:sp>
      <p:sp>
        <p:nvSpPr>
          <p:cNvPr id="76" name="Shape 74"/>
          <p:cNvSpPr/>
          <p:nvPr/>
        </p:nvSpPr>
        <p:spPr>
          <a:xfrm>
            <a:off x="5314950" y="5183190"/>
            <a:ext cx="1295400" cy="1295400"/>
          </a:xfrm>
          <a:prstGeom prst="roundRect">
            <a:avLst>
              <a:gd name="adj" fmla="val 20588"/>
            </a:avLst>
          </a:prstGeom>
          <a:solidFill>
            <a:srgbClr val="B6FF3C"/>
          </a:solidFill>
          <a:ln w="6667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77" name="Text 75"/>
          <p:cNvSpPr/>
          <p:nvPr/>
        </p:nvSpPr>
        <p:spPr>
          <a:xfrm>
            <a:off x="5343525" y="5249865"/>
            <a:ext cx="1238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6600" dirty="0"/>
          </a:p>
        </p:txBody>
      </p:sp>
      <p:sp>
        <p:nvSpPr>
          <p:cNvPr id="78" name="Text 76"/>
          <p:cNvSpPr/>
          <p:nvPr/>
        </p:nvSpPr>
        <p:spPr>
          <a:xfrm>
            <a:off x="5099000" y="6650040"/>
            <a:ext cx="1803499" cy="561975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PixelFox</a:t>
            </a:r>
            <a:endParaRPr lang="en-US" sz="3450" dirty="0"/>
          </a:p>
        </p:txBody>
      </p:sp>
      <p:sp>
        <p:nvSpPr>
          <p:cNvPr id="79" name="Shape 77"/>
          <p:cNvSpPr/>
          <p:nvPr/>
        </p:nvSpPr>
        <p:spPr>
          <a:xfrm>
            <a:off x="5273576" y="7231065"/>
            <a:ext cx="1378000" cy="58102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38100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0" name="Text 78"/>
          <p:cNvSpPr/>
          <p:nvPr/>
        </p:nvSpPr>
        <p:spPr>
          <a:xfrm>
            <a:off x="5559326" y="7326315"/>
            <a:ext cx="882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8,910</a:t>
            </a:r>
            <a:endParaRPr lang="en-US" sz="2550" dirty="0"/>
          </a:p>
        </p:txBody>
      </p:sp>
      <p:sp>
        <p:nvSpPr>
          <p:cNvPr id="81" name="Shape 79"/>
          <p:cNvSpPr/>
          <p:nvPr/>
        </p:nvSpPr>
        <p:spPr>
          <a:xfrm>
            <a:off x="4533900" y="8050668"/>
            <a:ext cx="2857500" cy="2400300"/>
          </a:xfrm>
          <a:prstGeom prst="roundRect">
            <a:avLst>
              <a:gd name="adj" fmla="val 10317"/>
            </a:avLst>
          </a:prstGeom>
          <a:solidFill>
            <a:srgbClr val="B6FF3C"/>
          </a:solidFill>
          <a:ln w="66675">
            <a:solidFill>
              <a:srgbClr val="1A0A2E"/>
            </a:solidFill>
            <a:prstDash val="solid"/>
          </a:ln>
          <a:effectLst>
            <a:outerShdw blurRad="101600" dist="17145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3" name="Text 81"/>
          <p:cNvSpPr/>
          <p:nvPr/>
        </p:nvSpPr>
        <p:spPr>
          <a:xfrm>
            <a:off x="8607772" y="3520606"/>
            <a:ext cx="114865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6150" dirty="0"/>
          </a:p>
        </p:txBody>
      </p:sp>
      <p:sp>
        <p:nvSpPr>
          <p:cNvPr id="84" name="Shape 82"/>
          <p:cNvSpPr/>
          <p:nvPr/>
        </p:nvSpPr>
        <p:spPr>
          <a:xfrm>
            <a:off x="8496300" y="4416673"/>
            <a:ext cx="1295400" cy="1295400"/>
          </a:xfrm>
          <a:prstGeom prst="roundRect">
            <a:avLst>
              <a:gd name="adj" fmla="val 20588"/>
            </a:avLst>
          </a:prstGeom>
          <a:solidFill>
            <a:srgbClr val="FFD400"/>
          </a:solidFill>
          <a:ln w="6667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5" name="Text 83"/>
          <p:cNvSpPr/>
          <p:nvPr/>
        </p:nvSpPr>
        <p:spPr>
          <a:xfrm>
            <a:off x="8524875" y="4483348"/>
            <a:ext cx="1238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🐸</a:t>
            </a:r>
            <a:endParaRPr lang="en-US" sz="6600" dirty="0"/>
          </a:p>
        </p:txBody>
      </p:sp>
      <p:sp>
        <p:nvSpPr>
          <p:cNvPr id="86" name="Text 84"/>
          <p:cNvSpPr/>
          <p:nvPr/>
        </p:nvSpPr>
        <p:spPr>
          <a:xfrm>
            <a:off x="8253859" y="5883523"/>
            <a:ext cx="1856333" cy="561975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Frogster</a:t>
            </a:r>
            <a:endParaRPr lang="en-US" sz="3450" dirty="0"/>
          </a:p>
        </p:txBody>
      </p:sp>
      <p:sp>
        <p:nvSpPr>
          <p:cNvPr id="87" name="Shape 85"/>
          <p:cNvSpPr/>
          <p:nvPr/>
        </p:nvSpPr>
        <p:spPr>
          <a:xfrm>
            <a:off x="8411021" y="6464548"/>
            <a:ext cx="1465808" cy="58102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38100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8" name="Text 86"/>
          <p:cNvSpPr/>
          <p:nvPr/>
        </p:nvSpPr>
        <p:spPr>
          <a:xfrm>
            <a:off x="8696771" y="6559798"/>
            <a:ext cx="97050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9,640</a:t>
            </a:r>
            <a:endParaRPr lang="en-US" sz="2550" dirty="0"/>
          </a:p>
        </p:txBody>
      </p:sp>
      <p:sp>
        <p:nvSpPr>
          <p:cNvPr id="89" name="Shape 87"/>
          <p:cNvSpPr/>
          <p:nvPr/>
        </p:nvSpPr>
        <p:spPr>
          <a:xfrm>
            <a:off x="7715250" y="7269637"/>
            <a:ext cx="2857500" cy="3200400"/>
          </a:xfrm>
          <a:prstGeom prst="roundRect">
            <a:avLst>
              <a:gd name="adj" fmla="val 8667"/>
            </a:avLst>
          </a:prstGeom>
          <a:solidFill>
            <a:srgbClr val="FFD400"/>
          </a:solidFill>
          <a:ln w="66675">
            <a:solidFill>
              <a:srgbClr val="1A0A2E"/>
            </a:solidFill>
            <a:prstDash val="solid"/>
          </a:ln>
          <a:effectLst>
            <a:outerShdw blurRad="101600" dist="17145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1" name="Text 89"/>
          <p:cNvSpPr/>
          <p:nvPr/>
        </p:nvSpPr>
        <p:spPr>
          <a:xfrm>
            <a:off x="11789122" y="5140555"/>
            <a:ext cx="114865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6150" dirty="0"/>
          </a:p>
        </p:txBody>
      </p:sp>
      <p:sp>
        <p:nvSpPr>
          <p:cNvPr id="92" name="Shape 90"/>
          <p:cNvSpPr/>
          <p:nvPr/>
        </p:nvSpPr>
        <p:spPr>
          <a:xfrm>
            <a:off x="11677650" y="5978755"/>
            <a:ext cx="1295400" cy="1295400"/>
          </a:xfrm>
          <a:prstGeom prst="roundRect">
            <a:avLst>
              <a:gd name="adj" fmla="val 20588"/>
            </a:avLst>
          </a:prstGeom>
          <a:solidFill>
            <a:srgbClr val="FF2E93"/>
          </a:solidFill>
          <a:ln w="66675">
            <a:solidFill>
              <a:srgbClr val="1A0A2E"/>
            </a:solidFill>
            <a:prstDash val="solid"/>
          </a:ln>
          <a:effectLst>
            <a:outerShdw blurRad="101600" dist="11430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3" name="Text 91"/>
          <p:cNvSpPr/>
          <p:nvPr/>
        </p:nvSpPr>
        <p:spPr>
          <a:xfrm>
            <a:off x="11706225" y="6045430"/>
            <a:ext cx="12382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🐯</a:t>
            </a:r>
            <a:endParaRPr lang="en-US" sz="6600" dirty="0"/>
          </a:p>
        </p:txBody>
      </p:sp>
      <p:sp>
        <p:nvSpPr>
          <p:cNvPr id="94" name="Text 92"/>
          <p:cNvSpPr/>
          <p:nvPr/>
        </p:nvSpPr>
        <p:spPr>
          <a:xfrm>
            <a:off x="11261080" y="7445605"/>
            <a:ext cx="2204591" cy="561975"/>
          </a:xfrm>
          <a:prstGeom prst="rect">
            <a:avLst/>
          </a:prstGeom>
          <a:noFill/>
          <a:ln/>
          <a:effectLst>
            <a:outerShdw blurRad="101600" dist="28575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>
            <a:lvl1pPr marL="0" indent="0" algn="l" rtl="0">
              <a:buNone/>
            </a:lvl1pPr>
          </a:lstStyle>
          <a:p>
            <a:pPr marL="0" indent="0" algn="l" rtl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NeonTiger</a:t>
            </a:r>
            <a:endParaRPr lang="en-US" sz="3450" dirty="0"/>
          </a:p>
        </p:txBody>
      </p:sp>
      <p:sp>
        <p:nvSpPr>
          <p:cNvPr id="95" name="Shape 93"/>
          <p:cNvSpPr/>
          <p:nvPr/>
        </p:nvSpPr>
        <p:spPr>
          <a:xfrm>
            <a:off x="11590586" y="8026630"/>
            <a:ext cx="1469380" cy="581025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 w="38100">
            <a:solidFill>
              <a:srgbClr val="1A0A2E"/>
            </a:solidFill>
            <a:prstDash val="solid"/>
          </a:ln>
          <a:effectLst>
            <a:outerShdw blurRad="101600" dist="66675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6" name="Text 94"/>
          <p:cNvSpPr/>
          <p:nvPr/>
        </p:nvSpPr>
        <p:spPr>
          <a:xfrm>
            <a:off x="11876336" y="8121880"/>
            <a:ext cx="9740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8,200</a:t>
            </a:r>
            <a:endParaRPr lang="en-US" sz="2550" dirty="0"/>
          </a:p>
        </p:txBody>
      </p:sp>
      <p:sp>
        <p:nvSpPr>
          <p:cNvPr id="97" name="Shape 95"/>
          <p:cNvSpPr/>
          <p:nvPr/>
        </p:nvSpPr>
        <p:spPr>
          <a:xfrm>
            <a:off x="10896600" y="8817205"/>
            <a:ext cx="2857500" cy="1655647"/>
          </a:xfrm>
          <a:prstGeom prst="roundRect">
            <a:avLst>
              <a:gd name="adj" fmla="val 13684"/>
            </a:avLst>
          </a:prstGeom>
          <a:solidFill>
            <a:srgbClr val="FF2E93"/>
          </a:solidFill>
          <a:ln w="66675">
            <a:solidFill>
              <a:srgbClr val="1A0A2E"/>
            </a:solidFill>
            <a:prstDash val="solid"/>
          </a:ln>
          <a:effectLst>
            <a:outerShdw blurRad="101600" dist="171450" dir="5400000" algn="bl" rotWithShape="0">
              <a:srgbClr val="1A0A2E">
                <a:alpha val="10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8" name="Text 96"/>
          <p:cNvSpPr/>
          <p:nvPr/>
        </p:nvSpPr>
        <p:spPr>
          <a:xfrm>
            <a:off x="10920412" y="8978613"/>
            <a:ext cx="2809875" cy="133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 96">
            <a:extLst>
              <a:ext uri="{FF2B5EF4-FFF2-40B4-BE49-F238E27FC236}">
                <a16:creationId xmlns:a16="http://schemas.microsoft.com/office/drawing/2014/main" id="{238E9F3A-ED67-138A-9BDE-892B0C2C3333}"/>
              </a:ext>
            </a:extLst>
          </p:cNvPr>
          <p:cNvSpPr/>
          <p:nvPr/>
        </p:nvSpPr>
        <p:spPr>
          <a:xfrm>
            <a:off x="7713681" y="8057302"/>
            <a:ext cx="2809875" cy="133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he-IL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Text 96">
            <a:extLst>
              <a:ext uri="{FF2B5EF4-FFF2-40B4-BE49-F238E27FC236}">
                <a16:creationId xmlns:a16="http://schemas.microsoft.com/office/drawing/2014/main" id="{6E65B1EB-B082-D9B9-D207-728599424F69}"/>
              </a:ext>
            </a:extLst>
          </p:cNvPr>
          <p:cNvSpPr/>
          <p:nvPr/>
        </p:nvSpPr>
        <p:spPr>
          <a:xfrm>
            <a:off x="4551601" y="8558469"/>
            <a:ext cx="2809875" cy="133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he-IL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Text 73"/>
          <p:cNvSpPr/>
          <p:nvPr/>
        </p:nvSpPr>
        <p:spPr>
          <a:xfrm>
            <a:off x="5426422" y="4344990"/>
            <a:ext cx="114865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61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_GAME_DATA" val="{&quot;slideTypeData&quot;:{&quot;257#0&quot;:{&quot;type&quot;:&quot;opening&quot;},&quot;309#1892416784&quot;:{&quot;type&quot;:&quot;question&quot;,&quot;correctAnswer&quot;:&quot;2&quot;},&quot;281#2842352004&quot;:{&quot;type&quot;:&quot;question&quot;,&quot;correctAnswer&quot;:&quot;3&quot;},&quot;282#3842040521&quot;:{&quot;type&quot;:&quot;question&quot;,&quot;correctAnswer&quot;:&quot;1&quot;},&quot;283#2479898338&quot;:{&quot;type&quot;:&quot;question&quot;,&quot;correctAnswer&quot;:&quot;1&quot;},&quot;284#3661936037&quot;:{&quot;type&quot;:&quot;question&quot;,&quot;correctAnswer&quot;:&quot;1&quot;},&quot;286#3166014925&quot;:{&quot;type&quot;:&quot;question&quot;,&quot;correctAnswer&quot;:&quot;1&quot;},&quot;304#1670287780&quot;:{&quot;type&quot;:&quot;statistics&quot;},&quot;311#742233892&quot;:{&quot;type&quot;:&quot;opening&quot;}},&quot;presentationSettings&quot;:{&quot;questionWaitTime&quot;:30,&quot;clockActivationDelay&quot;:5,&quot;afterQuestionStatistics&quot;:true,&quot;afterQuestionLeaderboard&quot;:false,&quot;language&quot;:&quot;en&quot;,&quot;template&quot;:&quot;blank&quot;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-CONTENT-TYPE" val="participants-lis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-HEADER" val="true"/>
  <p:tag name="QUIZNGO-HEADER-ROLE" val="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-HEADER" val="true"/>
  <p:tag name="QUIZNGO-HEADER-ROLE" val="count"/>
  <p:tag name="QUIZNGO-PARTICIPANTS-NUM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-AVATAR-TEMPLATE" val="true"/>
  <p:tag name="QUIZNGO-AVATAR-ROLE" val="card"/>
  <p:tag name="QUIZNGO-AVATAR-GEOM" val="roundRectang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-AVATAR-TEMPLATE" val="true"/>
  <p:tag name="QUIZNGO-AVATAR-ROLE" val="deco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-AVATAR-TEMPLATE" val="true"/>
  <p:tag name="QUIZNGO-AVATAR-ROLE" val="ic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UIZNGO-AVATAR-TEMPLATE" val="true"/>
  <p:tag name="QUIZNGO-AVATAR-ROLE" val="nam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758C17-EBD2-4452-BFD0-FEF8AF7AE94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a9994c0-8626-4076-933d-cd66fa56db8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A6BA793-DF23-41EF-98A9-D0161424D7C3}">
  <we:reference id="f8d6c3a1-9e4b-4f7a-8c2d-5b3a9f6e1c8b" version="1.0.0.3" store="\\WAISMAN-OFFICE\Users\Moshe\Documents\Projects\kahoot\kahoot\add-in" storeType="Filesystem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10173</TotalTime>
  <Words>333</Words>
  <Application>Microsoft Office PowerPoint</Application>
  <PresentationFormat>Custom</PresentationFormat>
  <Paragraphs>129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Almoni ML v5 AAA U-Bold</vt:lpstr>
      <vt:lpstr>Arial</vt:lpstr>
      <vt:lpstr>Calibri</vt:lpstr>
      <vt:lpstr>Impact</vt:lpstr>
      <vt:lpstr>Segoe UI Black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Moshe Shmuel Waisman</cp:lastModifiedBy>
  <cp:revision>40</cp:revision>
  <dcterms:created xsi:type="dcterms:W3CDTF">2026-05-29T11:23:56Z</dcterms:created>
  <dcterms:modified xsi:type="dcterms:W3CDTF">2026-06-07T06:02:31Z</dcterms:modified>
</cp:coreProperties>
</file>